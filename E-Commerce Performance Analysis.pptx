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FDF1E9"/>
    <a:srgbClr val="E9F1FA"/>
    <a:srgbClr val="17365D"/>
    <a:srgbClr val="EAF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A66DC5-1EB6-4581-A4BC-2A8364FFD681}" v="415" dt="2026-10-18T16:48:49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zan kazi" userId="69602a53e9cc78a1" providerId="LiveId" clId="{69626427-7A11-4447-A233-6E5EB8AF41B5}"/>
    <pc:docChg chg="undo redo custSel addSld delSld modSld modMainMaster">
      <pc:chgData name="Fauzan kazi" userId="69602a53e9cc78a1" providerId="LiveId" clId="{69626427-7A11-4447-A233-6E5EB8AF41B5}" dt="2026-10-18T16:52:45.338" v="5855" actId="20577"/>
      <pc:docMkLst>
        <pc:docMk/>
      </pc:docMkLst>
      <pc:sldChg chg="addSp delSp modSp mod">
        <pc:chgData name="Fauzan kazi" userId="69602a53e9cc78a1" providerId="LiveId" clId="{69626427-7A11-4447-A233-6E5EB8AF41B5}" dt="2026-10-18T16:26:17.740" v="5726" actId="20577"/>
        <pc:sldMkLst>
          <pc:docMk/>
          <pc:sldMk cId="3634976072" sldId="256"/>
        </pc:sldMkLst>
        <pc:spChg chg="mod">
          <ac:chgData name="Fauzan kazi" userId="69602a53e9cc78a1" providerId="LiveId" clId="{69626427-7A11-4447-A233-6E5EB8AF41B5}" dt="2026-10-11T14:27:51.956" v="1742" actId="20577"/>
          <ac:spMkLst>
            <pc:docMk/>
            <pc:sldMk cId="3634976072" sldId="256"/>
            <ac:spMk id="2" creationId="{AEA7616C-64AB-6847-726C-6DA6939FDA39}"/>
          </ac:spMkLst>
        </pc:spChg>
        <pc:spChg chg="mod">
          <ac:chgData name="Fauzan kazi" userId="69602a53e9cc78a1" providerId="LiveId" clId="{69626427-7A11-4447-A233-6E5EB8AF41B5}" dt="2026-10-11T14:28:07.044" v="1743" actId="207"/>
          <ac:spMkLst>
            <pc:docMk/>
            <pc:sldMk cId="3634976072" sldId="256"/>
            <ac:spMk id="3" creationId="{60D4B619-A2C0-F2D2-9DCC-96546C9DDD04}"/>
          </ac:spMkLst>
        </pc:spChg>
        <pc:spChg chg="add mod">
          <ac:chgData name="Fauzan kazi" userId="69602a53e9cc78a1" providerId="LiveId" clId="{69626427-7A11-4447-A233-6E5EB8AF41B5}" dt="2026-10-11T12:06:46.411" v="178" actId="1076"/>
          <ac:spMkLst>
            <pc:docMk/>
            <pc:sldMk cId="3634976072" sldId="256"/>
            <ac:spMk id="6" creationId="{8F8A220D-6F5D-28B5-47C7-A4473F1D2A6D}"/>
          </ac:spMkLst>
        </pc:spChg>
        <pc:spChg chg="add mod">
          <ac:chgData name="Fauzan kazi" userId="69602a53e9cc78a1" providerId="LiveId" clId="{69626427-7A11-4447-A233-6E5EB8AF41B5}" dt="2026-10-11T13:05:10.986" v="506" actId="1076"/>
          <ac:spMkLst>
            <pc:docMk/>
            <pc:sldMk cId="3634976072" sldId="256"/>
            <ac:spMk id="21" creationId="{63321E17-BE66-C8F2-5954-BD56661C2351}"/>
          </ac:spMkLst>
        </pc:spChg>
        <pc:spChg chg="add mod">
          <ac:chgData name="Fauzan kazi" userId="69602a53e9cc78a1" providerId="LiveId" clId="{69626427-7A11-4447-A233-6E5EB8AF41B5}" dt="2026-10-18T16:26:17.740" v="5726" actId="20577"/>
          <ac:spMkLst>
            <pc:docMk/>
            <pc:sldMk cId="3634976072" sldId="256"/>
            <ac:spMk id="23" creationId="{D6464C56-EB15-55D7-69C7-64B80475D9CA}"/>
          </ac:spMkLst>
        </pc:spChg>
        <pc:spChg chg="add mod">
          <ac:chgData name="Fauzan kazi" userId="69602a53e9cc78a1" providerId="LiveId" clId="{69626427-7A11-4447-A233-6E5EB8AF41B5}" dt="2026-10-11T13:05:52.825" v="511" actId="1076"/>
          <ac:spMkLst>
            <pc:docMk/>
            <pc:sldMk cId="3634976072" sldId="256"/>
            <ac:spMk id="25" creationId="{7A36F558-0888-0930-287D-6E0E601A4E8B}"/>
          </ac:spMkLst>
        </pc:spChg>
        <pc:picChg chg="add mod">
          <ac:chgData name="Fauzan kazi" userId="69602a53e9cc78a1" providerId="LiveId" clId="{69626427-7A11-4447-A233-6E5EB8AF41B5}" dt="2026-10-11T12:38:45.208" v="282" actId="1076"/>
          <ac:picMkLst>
            <pc:docMk/>
            <pc:sldMk cId="3634976072" sldId="256"/>
            <ac:picMk id="8" creationId="{7ECD6ACD-BC99-4B22-FEF8-D790B2FEF0B3}"/>
          </ac:picMkLst>
        </pc:picChg>
        <pc:picChg chg="add mod">
          <ac:chgData name="Fauzan kazi" userId="69602a53e9cc78a1" providerId="LiveId" clId="{69626427-7A11-4447-A233-6E5EB8AF41B5}" dt="2026-10-11T12:53:50.893" v="306" actId="1076"/>
          <ac:picMkLst>
            <pc:docMk/>
            <pc:sldMk cId="3634976072" sldId="256"/>
            <ac:picMk id="14" creationId="{AF568C45-DCF3-826E-9FB1-34D7F1AAF6DD}"/>
          </ac:picMkLst>
        </pc:picChg>
        <pc:picChg chg="add mod">
          <ac:chgData name="Fauzan kazi" userId="69602a53e9cc78a1" providerId="LiveId" clId="{69626427-7A11-4447-A233-6E5EB8AF41B5}" dt="2026-10-11T13:05:34.316" v="509" actId="1076"/>
          <ac:picMkLst>
            <pc:docMk/>
            <pc:sldMk cId="3634976072" sldId="256"/>
            <ac:picMk id="16" creationId="{7313A84E-9D2E-F7E7-E614-3D6F5B0658F7}"/>
          </ac:picMkLst>
        </pc:picChg>
        <pc:picChg chg="add mod">
          <ac:chgData name="Fauzan kazi" userId="69602a53e9cc78a1" providerId="LiveId" clId="{69626427-7A11-4447-A233-6E5EB8AF41B5}" dt="2026-10-11T13:05:16.698" v="507" actId="1076"/>
          <ac:picMkLst>
            <pc:docMk/>
            <pc:sldMk cId="3634976072" sldId="256"/>
            <ac:picMk id="18" creationId="{9071345F-E953-89F7-6DCA-FB6E953A2353}"/>
          </ac:picMkLst>
        </pc:picChg>
        <pc:picChg chg="add mod">
          <ac:chgData name="Fauzan kazi" userId="69602a53e9cc78a1" providerId="LiveId" clId="{69626427-7A11-4447-A233-6E5EB8AF41B5}" dt="2026-10-11T13:05:05.239" v="505" actId="1076"/>
          <ac:picMkLst>
            <pc:docMk/>
            <pc:sldMk cId="3634976072" sldId="256"/>
            <ac:picMk id="20" creationId="{2434B433-23BA-3CBC-7B4D-3A72B298DC4D}"/>
          </ac:picMkLst>
        </pc:picChg>
      </pc:sldChg>
      <pc:sldChg chg="addSp delSp modSp mod">
        <pc:chgData name="Fauzan kazi" userId="69602a53e9cc78a1" providerId="LiveId" clId="{69626427-7A11-4447-A233-6E5EB8AF41B5}" dt="2026-10-18T16:31:08.541" v="5778" actId="207"/>
        <pc:sldMkLst>
          <pc:docMk/>
          <pc:sldMk cId="1111517708" sldId="257"/>
        </pc:sldMkLst>
        <pc:spChg chg="mod">
          <ac:chgData name="Fauzan kazi" userId="69602a53e9cc78a1" providerId="LiveId" clId="{69626427-7A11-4447-A233-6E5EB8AF41B5}" dt="2026-10-11T13:07:33.840" v="531" actId="207"/>
          <ac:spMkLst>
            <pc:docMk/>
            <pc:sldMk cId="1111517708" sldId="257"/>
            <ac:spMk id="2" creationId="{CAC94304-24A5-D261-583D-7544E79AC4DE}"/>
          </ac:spMkLst>
        </pc:spChg>
        <pc:spChg chg="add mod">
          <ac:chgData name="Fauzan kazi" userId="69602a53e9cc78a1" providerId="LiveId" clId="{69626427-7A11-4447-A233-6E5EB8AF41B5}" dt="2026-10-18T16:31:02.527" v="5776" actId="207"/>
          <ac:spMkLst>
            <pc:docMk/>
            <pc:sldMk cId="1111517708" sldId="257"/>
            <ac:spMk id="4" creationId="{3917FE39-A67B-14AB-1E7C-8AB11E818A04}"/>
          </ac:spMkLst>
        </pc:spChg>
        <pc:spChg chg="add mod">
          <ac:chgData name="Fauzan kazi" userId="69602a53e9cc78a1" providerId="LiveId" clId="{69626427-7A11-4447-A233-6E5EB8AF41B5}" dt="2026-10-18T15:38:27.117" v="5535" actId="1076"/>
          <ac:spMkLst>
            <pc:docMk/>
            <pc:sldMk cId="1111517708" sldId="257"/>
            <ac:spMk id="5" creationId="{0A2C5A2C-0B66-D3C7-DA4E-04419634F20E}"/>
          </ac:spMkLst>
        </pc:spChg>
        <pc:spChg chg="add mod">
          <ac:chgData name="Fauzan kazi" userId="69602a53e9cc78a1" providerId="LiveId" clId="{69626427-7A11-4447-A233-6E5EB8AF41B5}" dt="2026-10-18T16:31:05.642" v="5777" actId="207"/>
          <ac:spMkLst>
            <pc:docMk/>
            <pc:sldMk cId="1111517708" sldId="257"/>
            <ac:spMk id="6" creationId="{24C5F88B-8C67-DBE9-DE25-B1BC74AA5AD7}"/>
          </ac:spMkLst>
        </pc:spChg>
        <pc:spChg chg="add mod">
          <ac:chgData name="Fauzan kazi" userId="69602a53e9cc78a1" providerId="LiveId" clId="{69626427-7A11-4447-A233-6E5EB8AF41B5}" dt="2026-10-18T15:55:27.384" v="5610" actId="207"/>
          <ac:spMkLst>
            <pc:docMk/>
            <pc:sldMk cId="1111517708" sldId="257"/>
            <ac:spMk id="7" creationId="{A8C270D6-E28F-7DAF-95DA-E2DDDD465109}"/>
          </ac:spMkLst>
        </pc:spChg>
        <pc:spChg chg="add mod">
          <ac:chgData name="Fauzan kazi" userId="69602a53e9cc78a1" providerId="LiveId" clId="{69626427-7A11-4447-A233-6E5EB8AF41B5}" dt="2026-10-11T14:03:35.763" v="1185" actId="1076"/>
          <ac:spMkLst>
            <pc:docMk/>
            <pc:sldMk cId="1111517708" sldId="257"/>
            <ac:spMk id="8" creationId="{82FA9D15-034D-8360-828F-DB0CE83DA207}"/>
          </ac:spMkLst>
        </pc:spChg>
        <pc:spChg chg="add mod">
          <ac:chgData name="Fauzan kazi" userId="69602a53e9cc78a1" providerId="LiveId" clId="{69626427-7A11-4447-A233-6E5EB8AF41B5}" dt="2026-10-11T13:32:51.972" v="942" actId="6549"/>
          <ac:spMkLst>
            <pc:docMk/>
            <pc:sldMk cId="1111517708" sldId="257"/>
            <ac:spMk id="9" creationId="{4D801C43-D443-01A6-A187-F57B17FC7EA8}"/>
          </ac:spMkLst>
        </pc:spChg>
        <pc:spChg chg="add mod">
          <ac:chgData name="Fauzan kazi" userId="69602a53e9cc78a1" providerId="LiveId" clId="{69626427-7A11-4447-A233-6E5EB8AF41B5}" dt="2026-10-11T13:16:48.414" v="689" actId="1035"/>
          <ac:spMkLst>
            <pc:docMk/>
            <pc:sldMk cId="1111517708" sldId="257"/>
            <ac:spMk id="11" creationId="{F100BD79-2408-791C-20D9-1974B36CA515}"/>
          </ac:spMkLst>
        </pc:spChg>
        <pc:spChg chg="add mod">
          <ac:chgData name="Fauzan kazi" userId="69602a53e9cc78a1" providerId="LiveId" clId="{69626427-7A11-4447-A233-6E5EB8AF41B5}" dt="2026-10-18T16:31:08.541" v="5778" actId="207"/>
          <ac:spMkLst>
            <pc:docMk/>
            <pc:sldMk cId="1111517708" sldId="257"/>
            <ac:spMk id="12" creationId="{32AB9E7E-7FC7-75C6-4A98-D071F02E4330}"/>
          </ac:spMkLst>
        </pc:spChg>
        <pc:spChg chg="add mod">
          <ac:chgData name="Fauzan kazi" userId="69602a53e9cc78a1" providerId="LiveId" clId="{69626427-7A11-4447-A233-6E5EB8AF41B5}" dt="2026-10-11T13:16:48.414" v="689" actId="1035"/>
          <ac:spMkLst>
            <pc:docMk/>
            <pc:sldMk cId="1111517708" sldId="257"/>
            <ac:spMk id="13" creationId="{8EA3A1DC-8351-FE5C-35A9-77DCCA540363}"/>
          </ac:spMkLst>
        </pc:spChg>
        <pc:spChg chg="add del mod">
          <ac:chgData name="Fauzan kazi" userId="69602a53e9cc78a1" providerId="LiveId" clId="{69626427-7A11-4447-A233-6E5EB8AF41B5}" dt="2026-10-11T14:02:47.214" v="1161" actId="1076"/>
          <ac:spMkLst>
            <pc:docMk/>
            <pc:sldMk cId="1111517708" sldId="257"/>
            <ac:spMk id="15" creationId="{94B5FB73-CC4E-9342-EA0C-897839D9463E}"/>
          </ac:spMkLst>
        </pc:spChg>
        <pc:spChg chg="add mod">
          <ac:chgData name="Fauzan kazi" userId="69602a53e9cc78a1" providerId="LiveId" clId="{69626427-7A11-4447-A233-6E5EB8AF41B5}" dt="2026-10-11T14:05:00.016" v="1212" actId="2711"/>
          <ac:spMkLst>
            <pc:docMk/>
            <pc:sldMk cId="1111517708" sldId="257"/>
            <ac:spMk id="17" creationId="{351A6949-816E-734D-E9F0-A4F01F23ED50}"/>
          </ac:spMkLst>
        </pc:spChg>
        <pc:spChg chg="add mod">
          <ac:chgData name="Fauzan kazi" userId="69602a53e9cc78a1" providerId="LiveId" clId="{69626427-7A11-4447-A233-6E5EB8AF41B5}" dt="2026-10-18T15:55:35.140" v="5611" actId="207"/>
          <ac:spMkLst>
            <pc:docMk/>
            <pc:sldMk cId="1111517708" sldId="257"/>
            <ac:spMk id="21" creationId="{4CAECB77-7B20-3DB9-DDE7-A4B1CD17B5A2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22" creationId="{B6469B5F-AD6D-5D7F-F09E-CE8D23BED43B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24" creationId="{B602C455-2D9A-3E12-D8A4-6B0F0D4A7F22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26" creationId="{7A1BD19D-7171-FD9F-4C5D-4DCFE821EE1E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28" creationId="{CE612D63-0D2B-861C-ABA5-CF2CE483895C}"/>
          </ac:spMkLst>
        </pc:spChg>
        <pc:spChg chg="add mod ord">
          <ac:chgData name="Fauzan kazi" userId="69602a53e9cc78a1" providerId="LiveId" clId="{69626427-7A11-4447-A233-6E5EB8AF41B5}" dt="2026-10-11T14:26:50.325" v="1737" actId="14100"/>
          <ac:spMkLst>
            <pc:docMk/>
            <pc:sldMk cId="1111517708" sldId="257"/>
            <ac:spMk id="29" creationId="{4AEBB90B-5587-87DB-CACF-8739FD4EF637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30" creationId="{6057B600-3654-0D44-7A99-8B79D2106E61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32" creationId="{D19EDC70-E295-DE8D-232B-92889982E310}"/>
          </ac:spMkLst>
        </pc:spChg>
        <pc:spChg chg="add mod">
          <ac:chgData name="Fauzan kazi" userId="69602a53e9cc78a1" providerId="LiveId" clId="{69626427-7A11-4447-A233-6E5EB8AF41B5}" dt="2026-10-11T14:27:05.591" v="1740" actId="14100"/>
          <ac:spMkLst>
            <pc:docMk/>
            <pc:sldMk cId="1111517708" sldId="257"/>
            <ac:spMk id="33" creationId="{A2186F0A-6A20-8503-50E9-C5F993B9A21B}"/>
          </ac:spMkLst>
        </pc:spChg>
        <pc:spChg chg="add mod">
          <ac:chgData name="Fauzan kazi" userId="69602a53e9cc78a1" providerId="LiveId" clId="{69626427-7A11-4447-A233-6E5EB8AF41B5}" dt="2026-10-11T14:11:09.362" v="1289" actId="1038"/>
          <ac:spMkLst>
            <pc:docMk/>
            <pc:sldMk cId="1111517708" sldId="257"/>
            <ac:spMk id="34" creationId="{CBE9295C-49C2-D529-2667-D435F8A8E77A}"/>
          </ac:spMkLst>
        </pc:spChg>
        <pc:spChg chg="add mod">
          <ac:chgData name="Fauzan kazi" userId="69602a53e9cc78a1" providerId="LiveId" clId="{69626427-7A11-4447-A233-6E5EB8AF41B5}" dt="2026-10-11T14:27:05.591" v="1740" actId="14100"/>
          <ac:spMkLst>
            <pc:docMk/>
            <pc:sldMk cId="1111517708" sldId="257"/>
            <ac:spMk id="36" creationId="{540537B9-21D4-38E6-7B62-3343399131E9}"/>
          </ac:spMkLst>
        </pc:spChg>
        <pc:spChg chg="add mod">
          <ac:chgData name="Fauzan kazi" userId="69602a53e9cc78a1" providerId="LiveId" clId="{69626427-7A11-4447-A233-6E5EB8AF41B5}" dt="2026-10-11T14:28:47.810" v="1746" actId="1037"/>
          <ac:spMkLst>
            <pc:docMk/>
            <pc:sldMk cId="1111517708" sldId="257"/>
            <ac:spMk id="39" creationId="{B53008D3-81BB-4B32-6F3D-D343FD683206}"/>
          </ac:spMkLst>
        </pc:spChg>
        <pc:spChg chg="add mod">
          <ac:chgData name="Fauzan kazi" userId="69602a53e9cc78a1" providerId="LiveId" clId="{69626427-7A11-4447-A233-6E5EB8AF41B5}" dt="2026-10-11T14:28:51.840" v="1747" actId="1037"/>
          <ac:spMkLst>
            <pc:docMk/>
            <pc:sldMk cId="1111517708" sldId="257"/>
            <ac:spMk id="43" creationId="{A5482D2F-5762-663D-6990-BF1E7CFEB28C}"/>
          </ac:spMkLst>
        </pc:spChg>
        <pc:spChg chg="add mod">
          <ac:chgData name="Fauzan kazi" userId="69602a53e9cc78a1" providerId="LiveId" clId="{69626427-7A11-4447-A233-6E5EB8AF41B5}" dt="2026-10-11T14:29:05.910" v="1750" actId="1037"/>
          <ac:spMkLst>
            <pc:docMk/>
            <pc:sldMk cId="1111517708" sldId="257"/>
            <ac:spMk id="46" creationId="{4381CB92-FA87-0D94-97F8-0D828C59B58D}"/>
          </ac:spMkLst>
        </pc:spChg>
        <pc:spChg chg="add mod">
          <ac:chgData name="Fauzan kazi" userId="69602a53e9cc78a1" providerId="LiveId" clId="{69626427-7A11-4447-A233-6E5EB8AF41B5}" dt="2026-10-11T14:29:02.284" v="1749" actId="1038"/>
          <ac:spMkLst>
            <pc:docMk/>
            <pc:sldMk cId="1111517708" sldId="257"/>
            <ac:spMk id="49" creationId="{EB72CD4A-F41C-F970-0FFF-4E831B8F2559}"/>
          </ac:spMkLst>
        </pc:spChg>
        <pc:spChg chg="add">
          <ac:chgData name="Fauzan kazi" userId="69602a53e9cc78a1" providerId="LiveId" clId="{69626427-7A11-4447-A233-6E5EB8AF41B5}" dt="2026-10-11T14:16:34.550" v="1321" actId="11529"/>
          <ac:spMkLst>
            <pc:docMk/>
            <pc:sldMk cId="1111517708" sldId="257"/>
            <ac:spMk id="55" creationId="{E5C9C104-7CE2-5A2B-6E63-648C5E879BDC}"/>
          </ac:spMkLst>
        </pc:spChg>
        <pc:spChg chg="add mod">
          <ac:chgData name="Fauzan kazi" userId="69602a53e9cc78a1" providerId="LiveId" clId="{69626427-7A11-4447-A233-6E5EB8AF41B5}" dt="2026-10-18T16:30:58.597" v="5775" actId="207"/>
          <ac:spMkLst>
            <pc:docMk/>
            <pc:sldMk cId="1111517708" sldId="257"/>
            <ac:spMk id="56" creationId="{69E7EA58-1F4C-65F2-CB37-8A1F28D49B84}"/>
          </ac:spMkLst>
        </pc:spChg>
        <pc:spChg chg="add mod">
          <ac:chgData name="Fauzan kazi" userId="69602a53e9cc78a1" providerId="LiveId" clId="{69626427-7A11-4447-A233-6E5EB8AF41B5}" dt="2026-10-11T14:16:46.620" v="1323" actId="1076"/>
          <ac:spMkLst>
            <pc:docMk/>
            <pc:sldMk cId="1111517708" sldId="257"/>
            <ac:spMk id="58" creationId="{A8174D2D-3BB2-8887-9F13-E317A435EE38}"/>
          </ac:spMkLst>
        </pc:spChg>
        <pc:spChg chg="add mod">
          <ac:chgData name="Fauzan kazi" userId="69602a53e9cc78a1" providerId="LiveId" clId="{69626427-7A11-4447-A233-6E5EB8AF41B5}" dt="2026-10-11T14:16:51.975" v="1325" actId="1076"/>
          <ac:spMkLst>
            <pc:docMk/>
            <pc:sldMk cId="1111517708" sldId="257"/>
            <ac:spMk id="60" creationId="{089543BF-13BB-01AF-716A-32FBECF7A3C0}"/>
          </ac:spMkLst>
        </pc:spChg>
        <pc:spChg chg="add mod">
          <ac:chgData name="Fauzan kazi" userId="69602a53e9cc78a1" providerId="LiveId" clId="{69626427-7A11-4447-A233-6E5EB8AF41B5}" dt="2026-10-11T14:17:01.301" v="1328" actId="1076"/>
          <ac:spMkLst>
            <pc:docMk/>
            <pc:sldMk cId="1111517708" sldId="257"/>
            <ac:spMk id="62" creationId="{095A9CA0-4129-830D-8F51-A6BDFC509BD5}"/>
          </ac:spMkLst>
        </pc:spChg>
        <pc:spChg chg="add mod">
          <ac:chgData name="Fauzan kazi" userId="69602a53e9cc78a1" providerId="LiveId" clId="{69626427-7A11-4447-A233-6E5EB8AF41B5}" dt="2026-10-11T14:17:06.258" v="1330" actId="1076"/>
          <ac:spMkLst>
            <pc:docMk/>
            <pc:sldMk cId="1111517708" sldId="257"/>
            <ac:spMk id="64" creationId="{605F3D2F-AF83-964B-CF55-FAEA0C76C7C8}"/>
          </ac:spMkLst>
        </pc:spChg>
        <pc:spChg chg="add mod">
          <ac:chgData name="Fauzan kazi" userId="69602a53e9cc78a1" providerId="LiveId" clId="{69626427-7A11-4447-A233-6E5EB8AF41B5}" dt="2026-10-12T13:04:14.520" v="2035" actId="255"/>
          <ac:spMkLst>
            <pc:docMk/>
            <pc:sldMk cId="1111517708" sldId="257"/>
            <ac:spMk id="68" creationId="{30564CD8-C448-2147-1B27-F098F5A75374}"/>
          </ac:spMkLst>
        </pc:spChg>
        <pc:spChg chg="add mod">
          <ac:chgData name="Fauzan kazi" userId="69602a53e9cc78a1" providerId="LiveId" clId="{69626427-7A11-4447-A233-6E5EB8AF41B5}" dt="2026-10-12T13:04:21.846" v="2036" actId="255"/>
          <ac:spMkLst>
            <pc:docMk/>
            <pc:sldMk cId="1111517708" sldId="257"/>
            <ac:spMk id="70" creationId="{2F1DF97C-065B-B9CE-34CB-C70DD8A426CA}"/>
          </ac:spMkLst>
        </pc:spChg>
        <pc:spChg chg="add mod">
          <ac:chgData name="Fauzan kazi" userId="69602a53e9cc78a1" providerId="LiveId" clId="{69626427-7A11-4447-A233-6E5EB8AF41B5}" dt="2026-10-12T13:04:27.705" v="2037" actId="255"/>
          <ac:spMkLst>
            <pc:docMk/>
            <pc:sldMk cId="1111517708" sldId="257"/>
            <ac:spMk id="72" creationId="{22ED4A5C-B149-E188-7C87-6EA8E791A2D3}"/>
          </ac:spMkLst>
        </pc:spChg>
        <pc:spChg chg="add mod">
          <ac:chgData name="Fauzan kazi" userId="69602a53e9cc78a1" providerId="LiveId" clId="{69626427-7A11-4447-A233-6E5EB8AF41B5}" dt="2026-10-12T13:04:34.160" v="2038" actId="255"/>
          <ac:spMkLst>
            <pc:docMk/>
            <pc:sldMk cId="1111517708" sldId="257"/>
            <ac:spMk id="74" creationId="{1CA7AE92-FF7E-545B-9996-5D99E549379D}"/>
          </ac:spMkLst>
        </pc:spChg>
        <pc:spChg chg="add mod">
          <ac:chgData name="Fauzan kazi" userId="69602a53e9cc78a1" providerId="LiveId" clId="{69626427-7A11-4447-A233-6E5EB8AF41B5}" dt="2026-10-12T13:04:40.152" v="2039" actId="255"/>
          <ac:spMkLst>
            <pc:docMk/>
            <pc:sldMk cId="1111517708" sldId="257"/>
            <ac:spMk id="76" creationId="{8214EE46-7C76-E9FF-B360-C24002F9E4DF}"/>
          </ac:spMkLst>
        </pc:spChg>
        <pc:spChg chg="add mod">
          <ac:chgData name="Fauzan kazi" userId="69602a53e9cc78a1" providerId="LiveId" clId="{69626427-7A11-4447-A233-6E5EB8AF41B5}" dt="2026-10-12T13:04:45.746" v="2040" actId="255"/>
          <ac:spMkLst>
            <pc:docMk/>
            <pc:sldMk cId="1111517708" sldId="257"/>
            <ac:spMk id="78" creationId="{26CFFA7E-CFBC-C4AC-0BA0-0E7E23CE0138}"/>
          </ac:spMkLst>
        </pc:spChg>
        <pc:spChg chg="add mod">
          <ac:chgData name="Fauzan kazi" userId="69602a53e9cc78a1" providerId="LiveId" clId="{69626427-7A11-4447-A233-6E5EB8AF41B5}" dt="2026-10-12T13:04:58.312" v="2043" actId="20577"/>
          <ac:spMkLst>
            <pc:docMk/>
            <pc:sldMk cId="1111517708" sldId="257"/>
            <ac:spMk id="82" creationId="{B10C95B4-F93F-8174-5A4B-C51D28960A45}"/>
          </ac:spMkLst>
        </pc:spChg>
        <pc:picChg chg="add mod">
          <ac:chgData name="Fauzan kazi" userId="69602a53e9cc78a1" providerId="LiveId" clId="{69626427-7A11-4447-A233-6E5EB8AF41B5}" dt="2026-10-18T15:42:10.267" v="5538" actId="1035"/>
          <ac:picMkLst>
            <pc:docMk/>
            <pc:sldMk cId="1111517708" sldId="257"/>
            <ac:picMk id="38" creationId="{36366625-E100-779B-513A-16E1FE41EEC6}"/>
          </ac:picMkLst>
        </pc:picChg>
        <pc:picChg chg="add mod">
          <ac:chgData name="Fauzan kazi" userId="69602a53e9cc78a1" providerId="LiveId" clId="{69626427-7A11-4447-A233-6E5EB8AF41B5}" dt="2026-10-18T15:42:10.267" v="5538" actId="1035"/>
          <ac:picMkLst>
            <pc:docMk/>
            <pc:sldMk cId="1111517708" sldId="257"/>
            <ac:picMk id="40" creationId="{2C738BDC-BCBE-43CE-569F-5ECED9A4CB31}"/>
          </ac:picMkLst>
        </pc:picChg>
        <pc:picChg chg="add mod">
          <ac:chgData name="Fauzan kazi" userId="69602a53e9cc78a1" providerId="LiveId" clId="{69626427-7A11-4447-A233-6E5EB8AF41B5}" dt="2026-10-18T15:42:10.267" v="5538" actId="1035"/>
          <ac:picMkLst>
            <pc:docMk/>
            <pc:sldMk cId="1111517708" sldId="257"/>
            <ac:picMk id="42" creationId="{A1FF6D2B-9D21-FEE6-020A-76F054207F07}"/>
          </ac:picMkLst>
        </pc:picChg>
        <pc:picChg chg="add mod">
          <ac:chgData name="Fauzan kazi" userId="69602a53e9cc78a1" providerId="LiveId" clId="{69626427-7A11-4447-A233-6E5EB8AF41B5}" dt="2026-10-18T15:42:10.267" v="5538" actId="1035"/>
          <ac:picMkLst>
            <pc:docMk/>
            <pc:sldMk cId="1111517708" sldId="257"/>
            <ac:picMk id="44" creationId="{D7EC7780-A11F-ECF5-E3C7-C7BA153855BB}"/>
          </ac:picMkLst>
        </pc:picChg>
      </pc:sldChg>
      <pc:sldChg chg="addSp delSp modSp add mod modClrScheme chgLayout">
        <pc:chgData name="Fauzan kazi" userId="69602a53e9cc78a1" providerId="LiveId" clId="{69626427-7A11-4447-A233-6E5EB8AF41B5}" dt="2026-10-18T16:52:45.338" v="5855" actId="20577"/>
        <pc:sldMkLst>
          <pc:docMk/>
          <pc:sldMk cId="3108609681" sldId="258"/>
        </pc:sldMkLst>
        <pc:spChg chg="mod ord">
          <ac:chgData name="Fauzan kazi" userId="69602a53e9cc78a1" providerId="LiveId" clId="{69626427-7A11-4447-A233-6E5EB8AF41B5}" dt="2026-10-11T14:33:58.856" v="1837" actId="1076"/>
          <ac:spMkLst>
            <pc:docMk/>
            <pc:sldMk cId="3108609681" sldId="258"/>
            <ac:spMk id="2" creationId="{C703034B-E32F-85AC-F5B6-6812F8A930A8}"/>
          </ac:spMkLst>
        </pc:spChg>
        <pc:spChg chg="add mod">
          <ac:chgData name="Fauzan kazi" userId="69602a53e9cc78a1" providerId="LiveId" clId="{69626427-7A11-4447-A233-6E5EB8AF41B5}" dt="2026-10-18T15:30:10.388" v="5492" actId="1076"/>
          <ac:spMkLst>
            <pc:docMk/>
            <pc:sldMk cId="3108609681" sldId="258"/>
            <ac:spMk id="3" creationId="{59443EE5-68C4-F7FD-F3D9-2F04376B4BFF}"/>
          </ac:spMkLst>
        </pc:spChg>
        <pc:spChg chg="add mod">
          <ac:chgData name="Fauzan kazi" userId="69602a53e9cc78a1" providerId="LiveId" clId="{69626427-7A11-4447-A233-6E5EB8AF41B5}" dt="2026-10-18T16:52:45.338" v="5855" actId="20577"/>
          <ac:spMkLst>
            <pc:docMk/>
            <pc:sldMk cId="3108609681" sldId="258"/>
            <ac:spMk id="4" creationId="{8C854173-D343-2B31-22A0-6AB798E00B7B}"/>
          </ac:spMkLst>
        </pc:spChg>
        <pc:spChg chg="add mod">
          <ac:chgData name="Fauzan kazi" userId="69602a53e9cc78a1" providerId="LiveId" clId="{69626427-7A11-4447-A233-6E5EB8AF41B5}" dt="2026-10-18T15:55:43.296" v="5612" actId="207"/>
          <ac:spMkLst>
            <pc:docMk/>
            <pc:sldMk cId="3108609681" sldId="258"/>
            <ac:spMk id="5" creationId="{D4A991A2-69F2-4869-1E80-29972818ED6D}"/>
          </ac:spMkLst>
        </pc:spChg>
        <pc:spChg chg="add del mod">
          <ac:chgData name="Fauzan kazi" userId="69602a53e9cc78a1" providerId="LiveId" clId="{69626427-7A11-4447-A233-6E5EB8AF41B5}" dt="2026-10-18T15:16:41.623" v="5342"/>
          <ac:spMkLst>
            <pc:docMk/>
            <pc:sldMk cId="3108609681" sldId="258"/>
            <ac:spMk id="10" creationId="{65250AF3-E99E-C783-32F9-2A52B2F47BEA}"/>
          </ac:spMkLst>
        </pc:spChg>
        <pc:spChg chg="add mod">
          <ac:chgData name="Fauzan kazi" userId="69602a53e9cc78a1" providerId="LiveId" clId="{69626427-7A11-4447-A233-6E5EB8AF41B5}" dt="2026-10-18T15:25:51.093" v="5441" actId="1076"/>
          <ac:spMkLst>
            <pc:docMk/>
            <pc:sldMk cId="3108609681" sldId="258"/>
            <ac:spMk id="13" creationId="{29A86850-E5DD-64E5-8F20-C723BD759A3B}"/>
          </ac:spMkLst>
        </pc:spChg>
        <pc:spChg chg="add del mod ord">
          <ac:chgData name="Fauzan kazi" userId="69602a53e9cc78a1" providerId="LiveId" clId="{69626427-7A11-4447-A233-6E5EB8AF41B5}" dt="2026-10-18T15:13:38.944" v="5338" actId="1957"/>
          <ac:spMkLst>
            <pc:docMk/>
            <pc:sldMk cId="3108609681" sldId="258"/>
            <ac:spMk id="14" creationId="{AB6E2272-934A-771C-0F65-1979661F92FB}"/>
          </ac:spMkLst>
        </pc:spChg>
        <pc:spChg chg="add mod">
          <ac:chgData name="Fauzan kazi" userId="69602a53e9cc78a1" providerId="LiveId" clId="{69626427-7A11-4447-A233-6E5EB8AF41B5}" dt="2026-10-18T16:52:30.478" v="5853" actId="20577"/>
          <ac:spMkLst>
            <pc:docMk/>
            <pc:sldMk cId="3108609681" sldId="258"/>
            <ac:spMk id="15" creationId="{0432AEDD-3B26-3F64-0415-3E8657B2360D}"/>
          </ac:spMkLst>
        </pc:spChg>
        <pc:spChg chg="add del">
          <ac:chgData name="Fauzan kazi" userId="69602a53e9cc78a1" providerId="LiveId" clId="{69626427-7A11-4447-A233-6E5EB8AF41B5}" dt="2026-10-18T15:20:11.193" v="5392" actId="22"/>
          <ac:spMkLst>
            <pc:docMk/>
            <pc:sldMk cId="3108609681" sldId="258"/>
            <ac:spMk id="17" creationId="{BD608B94-2A3D-5814-FAEA-8560F8C5E45E}"/>
          </ac:spMkLst>
        </pc:spChg>
        <pc:spChg chg="add mod">
          <ac:chgData name="Fauzan kazi" userId="69602a53e9cc78a1" providerId="LiveId" clId="{69626427-7A11-4447-A233-6E5EB8AF41B5}" dt="2026-10-18T15:55:46.773" v="5613" actId="207"/>
          <ac:spMkLst>
            <pc:docMk/>
            <pc:sldMk cId="3108609681" sldId="258"/>
            <ac:spMk id="18" creationId="{033AE159-6F76-9004-1186-582EE1A8560F}"/>
          </ac:spMkLst>
        </pc:spChg>
        <pc:spChg chg="add del mod">
          <ac:chgData name="Fauzan kazi" userId="69602a53e9cc78a1" providerId="LiveId" clId="{69626427-7A11-4447-A233-6E5EB8AF41B5}" dt="2026-10-18T14:46:58.452" v="5336" actId="478"/>
          <ac:spMkLst>
            <pc:docMk/>
            <pc:sldMk cId="3108609681" sldId="258"/>
            <ac:spMk id="63" creationId="{FAFB2B73-E825-AC4B-E696-EAF635B715F1}"/>
          </ac:spMkLst>
        </pc:spChg>
        <pc:graphicFrameChg chg="add del mod">
          <ac:chgData name="Fauzan kazi" userId="69602a53e9cc78a1" providerId="LiveId" clId="{69626427-7A11-4447-A233-6E5EB8AF41B5}" dt="2026-10-18T15:15:16.801" v="5340" actId="478"/>
          <ac:graphicFrameMkLst>
            <pc:docMk/>
            <pc:sldMk cId="3108609681" sldId="258"/>
            <ac:graphicFrameMk id="8" creationId="{700DD8D9-903F-934F-855A-214127E7FA2B}"/>
          </ac:graphicFrameMkLst>
        </pc:graphicFrameChg>
        <pc:graphicFrameChg chg="add mod">
          <ac:chgData name="Fauzan kazi" userId="69602a53e9cc78a1" providerId="LiveId" clId="{69626427-7A11-4447-A233-6E5EB8AF41B5}" dt="2026-10-18T16:51:27.610" v="5838" actId="14100"/>
          <ac:graphicFrameMkLst>
            <pc:docMk/>
            <pc:sldMk cId="3108609681" sldId="258"/>
            <ac:graphicFrameMk id="11" creationId="{EDB5DA5C-6E9C-310F-37C0-38C63C6F9395}"/>
          </ac:graphicFrameMkLst>
        </pc:graphicFrameChg>
        <pc:graphicFrameChg chg="add mod">
          <ac:chgData name="Fauzan kazi" userId="69602a53e9cc78a1" providerId="LiveId" clId="{69626427-7A11-4447-A233-6E5EB8AF41B5}" dt="2026-10-18T16:08:10.395" v="5677"/>
          <ac:graphicFrameMkLst>
            <pc:docMk/>
            <pc:sldMk cId="3108609681" sldId="258"/>
            <ac:graphicFrameMk id="23" creationId="{A63FC461-06AA-7CD3-4465-C917F63653CE}"/>
          </ac:graphicFrameMkLst>
        </pc:graphicFrameChg>
      </pc:sldChg>
      <pc:sldChg chg="addSp delSp modSp add mod">
        <pc:chgData name="Fauzan kazi" userId="69602a53e9cc78a1" providerId="LiveId" clId="{69626427-7A11-4447-A233-6E5EB8AF41B5}" dt="2026-10-18T16:48:47.519" v="5821" actId="20577"/>
        <pc:sldMkLst>
          <pc:docMk/>
          <pc:sldMk cId="2014072725" sldId="259"/>
        </pc:sldMkLst>
        <pc:spChg chg="mod">
          <ac:chgData name="Fauzan kazi" userId="69602a53e9cc78a1" providerId="LiveId" clId="{69626427-7A11-4447-A233-6E5EB8AF41B5}" dt="2026-10-18T10:26:26.183" v="2778" actId="122"/>
          <ac:spMkLst>
            <pc:docMk/>
            <pc:sldMk cId="2014072725" sldId="259"/>
            <ac:spMk id="2" creationId="{E9887856-A783-CA82-D591-7650A348AB61}"/>
          </ac:spMkLst>
        </pc:spChg>
        <pc:spChg chg="add mod">
          <ac:chgData name="Fauzan kazi" userId="69602a53e9cc78a1" providerId="LiveId" clId="{69626427-7A11-4447-A233-6E5EB8AF41B5}" dt="2026-10-18T10:26:04.887" v="2776" actId="207"/>
          <ac:spMkLst>
            <pc:docMk/>
            <pc:sldMk cId="2014072725" sldId="259"/>
            <ac:spMk id="3" creationId="{2933E26D-BE40-2E00-C80F-21AEE6345D59}"/>
          </ac:spMkLst>
        </pc:spChg>
        <pc:spChg chg="mod">
          <ac:chgData name="Fauzan kazi" userId="69602a53e9cc78a1" providerId="LiveId" clId="{69626427-7A11-4447-A233-6E5EB8AF41B5}" dt="2026-10-18T15:54:56.924" v="5609" actId="207"/>
          <ac:spMkLst>
            <pc:docMk/>
            <pc:sldMk cId="2014072725" sldId="259"/>
            <ac:spMk id="5" creationId="{915208A6-5812-A214-13C3-F3934830E984}"/>
          </ac:spMkLst>
        </pc:spChg>
        <pc:spChg chg="add del mod">
          <ac:chgData name="Fauzan kazi" userId="69602a53e9cc78a1" providerId="LiveId" clId="{69626427-7A11-4447-A233-6E5EB8AF41B5}" dt="2026-10-18T09:23:49.980" v="2138" actId="1957"/>
          <ac:spMkLst>
            <pc:docMk/>
            <pc:sldMk cId="2014072725" sldId="259"/>
            <ac:spMk id="6" creationId="{F72654CD-2578-C42F-7CF4-A322BD11B28A}"/>
          </ac:spMkLst>
        </pc:spChg>
        <pc:spChg chg="add del mod">
          <ac:chgData name="Fauzan kazi" userId="69602a53e9cc78a1" providerId="LiveId" clId="{69626427-7A11-4447-A233-6E5EB8AF41B5}" dt="2026-10-18T09:40:19.689" v="2155" actId="478"/>
          <ac:spMkLst>
            <pc:docMk/>
            <pc:sldMk cId="2014072725" sldId="259"/>
            <ac:spMk id="11" creationId="{B5C37B79-DDCD-A400-576B-EC56A38FDEA4}"/>
          </ac:spMkLst>
        </pc:spChg>
        <pc:spChg chg="del">
          <ac:chgData name="Fauzan kazi" userId="69602a53e9cc78a1" providerId="LiveId" clId="{69626427-7A11-4447-A233-6E5EB8AF41B5}" dt="2026-10-18T09:20:54.033" v="2104" actId="478"/>
          <ac:spMkLst>
            <pc:docMk/>
            <pc:sldMk cId="2014072725" sldId="259"/>
            <ac:spMk id="14" creationId="{1559ACE2-0E97-8FCF-16B5-0289047B5715}"/>
          </ac:spMkLst>
        </pc:spChg>
        <pc:spChg chg="del mod">
          <ac:chgData name="Fauzan kazi" userId="69602a53e9cc78a1" providerId="LiveId" clId="{69626427-7A11-4447-A233-6E5EB8AF41B5}" dt="2026-10-18T15:54:19.102" v="5603" actId="478"/>
          <ac:spMkLst>
            <pc:docMk/>
            <pc:sldMk cId="2014072725" sldId="259"/>
            <ac:spMk id="18" creationId="{98AAE758-712A-AE70-09A8-13D175203C91}"/>
          </ac:spMkLst>
        </pc:spChg>
        <pc:spChg chg="add mod">
          <ac:chgData name="Fauzan kazi" userId="69602a53e9cc78a1" providerId="LiveId" clId="{69626427-7A11-4447-A233-6E5EB8AF41B5}" dt="2026-10-18T16:48:47.519" v="5821" actId="20577"/>
          <ac:spMkLst>
            <pc:docMk/>
            <pc:sldMk cId="2014072725" sldId="259"/>
            <ac:spMk id="19" creationId="{8E26A707-6298-F52B-A6A9-2A1606367F87}"/>
          </ac:spMkLst>
        </pc:spChg>
        <pc:spChg chg="add mod">
          <ac:chgData name="Fauzan kazi" userId="69602a53e9cc78a1" providerId="LiveId" clId="{69626427-7A11-4447-A233-6E5EB8AF41B5}" dt="2026-10-18T09:48:43.555" v="2291" actId="113"/>
          <ac:spMkLst>
            <pc:docMk/>
            <pc:sldMk cId="2014072725" sldId="259"/>
            <ac:spMk id="22" creationId="{5C10F824-FBD9-46EE-1375-C761C13B7E74}"/>
          </ac:spMkLst>
        </pc:spChg>
        <pc:spChg chg="add del">
          <ac:chgData name="Fauzan kazi" userId="69602a53e9cc78a1" providerId="LiveId" clId="{69626427-7A11-4447-A233-6E5EB8AF41B5}" dt="2026-10-18T09:51:27.608" v="2306" actId="11529"/>
          <ac:spMkLst>
            <pc:docMk/>
            <pc:sldMk cId="2014072725" sldId="259"/>
            <ac:spMk id="26" creationId="{87176714-0624-756A-E19C-9690AF46101C}"/>
          </ac:spMkLst>
        </pc:spChg>
        <pc:spChg chg="add mod">
          <ac:chgData name="Fauzan kazi" userId="69602a53e9cc78a1" providerId="LiveId" clId="{69626427-7A11-4447-A233-6E5EB8AF41B5}" dt="2026-10-18T10:26:55.377" v="2791" actId="1076"/>
          <ac:spMkLst>
            <pc:docMk/>
            <pc:sldMk cId="2014072725" sldId="259"/>
            <ac:spMk id="28" creationId="{B511D736-540B-C5DC-B970-C1362B36BE9F}"/>
          </ac:spMkLst>
        </pc:spChg>
        <pc:spChg chg="add mod">
          <ac:chgData name="Fauzan kazi" userId="69602a53e9cc78a1" providerId="LiveId" clId="{69626427-7A11-4447-A233-6E5EB8AF41B5}" dt="2026-10-18T09:52:59.640" v="2421" actId="767"/>
          <ac:spMkLst>
            <pc:docMk/>
            <pc:sldMk cId="2014072725" sldId="259"/>
            <ac:spMk id="29" creationId="{CC97313C-EC60-6526-46BE-CFA6931618F1}"/>
          </ac:spMkLst>
        </pc:spChg>
        <pc:spChg chg="add mod">
          <ac:chgData name="Fauzan kazi" userId="69602a53e9cc78a1" providerId="LiveId" clId="{69626427-7A11-4447-A233-6E5EB8AF41B5}" dt="2026-10-18T10:26:59.454" v="2792" actId="1076"/>
          <ac:spMkLst>
            <pc:docMk/>
            <pc:sldMk cId="2014072725" sldId="259"/>
            <ac:spMk id="30" creationId="{7D40812B-7E77-F59B-E9B3-9F46B5D289A7}"/>
          </ac:spMkLst>
        </pc:spChg>
        <pc:spChg chg="del">
          <ac:chgData name="Fauzan kazi" userId="69602a53e9cc78a1" providerId="LiveId" clId="{69626427-7A11-4447-A233-6E5EB8AF41B5}" dt="2026-10-18T09:22:53.786" v="2135" actId="478"/>
          <ac:spMkLst>
            <pc:docMk/>
            <pc:sldMk cId="2014072725" sldId="259"/>
            <ac:spMk id="63" creationId="{7AE3AE66-81A5-69A5-E685-A00C9609701E}"/>
          </ac:spMkLst>
        </pc:spChg>
        <pc:graphicFrameChg chg="add del mod">
          <ac:chgData name="Fauzan kazi" userId="69602a53e9cc78a1" providerId="LiveId" clId="{69626427-7A11-4447-A233-6E5EB8AF41B5}" dt="2026-10-18T10:20:14.478" v="2739" actId="14100"/>
          <ac:graphicFrameMkLst>
            <pc:docMk/>
            <pc:sldMk cId="2014072725" sldId="259"/>
            <ac:graphicFrameMk id="9" creationId="{3D72EC9C-75CF-9009-1ABC-3F7DCA5F62AC}"/>
          </ac:graphicFrameMkLst>
        </pc:graphicFrameChg>
        <pc:graphicFrameChg chg="add mod">
          <ac:chgData name="Fauzan kazi" userId="69602a53e9cc78a1" providerId="LiveId" clId="{69626427-7A11-4447-A233-6E5EB8AF41B5}" dt="2026-10-18T09:45:54.555" v="2248"/>
          <ac:graphicFrameMkLst>
            <pc:docMk/>
            <pc:sldMk cId="2014072725" sldId="259"/>
            <ac:graphicFrameMk id="20" creationId="{1D85AC21-9FA5-14AC-EA54-624431E84BA8}"/>
          </ac:graphicFrameMkLst>
        </pc:graphicFrameChg>
        <pc:graphicFrameChg chg="add mod">
          <ac:chgData name="Fauzan kazi" userId="69602a53e9cc78a1" providerId="LiveId" clId="{69626427-7A11-4447-A233-6E5EB8AF41B5}" dt="2026-10-18T09:45:58.283" v="2249"/>
          <ac:graphicFrameMkLst>
            <pc:docMk/>
            <pc:sldMk cId="2014072725" sldId="259"/>
            <ac:graphicFrameMk id="21" creationId="{55C99464-6C98-24AB-A3B9-E85F118C5681}"/>
          </ac:graphicFrameMkLst>
        </pc:graphicFrameChg>
        <pc:graphicFrameChg chg="del">
          <ac:chgData name="Fauzan kazi" userId="69602a53e9cc78a1" providerId="LiveId" clId="{69626427-7A11-4447-A233-6E5EB8AF41B5}" dt="2026-10-18T09:23:06.227" v="2136" actId="478"/>
          <ac:graphicFrameMkLst>
            <pc:docMk/>
            <pc:sldMk cId="2014072725" sldId="259"/>
            <ac:graphicFrameMk id="23" creationId="{3BD63BB6-45C0-669E-04BF-EF6600740A70}"/>
          </ac:graphicFrameMkLst>
        </pc:graphicFrameChg>
        <pc:graphicFrameChg chg="add mod">
          <ac:chgData name="Fauzan kazi" userId="69602a53e9cc78a1" providerId="LiveId" clId="{69626427-7A11-4447-A233-6E5EB8AF41B5}" dt="2026-10-18T09:48:13.172" v="2284"/>
          <ac:graphicFrameMkLst>
            <pc:docMk/>
            <pc:sldMk cId="2014072725" sldId="259"/>
            <ac:graphicFrameMk id="24" creationId="{518617E9-9D8D-09AE-2ABB-33007A35DE51}"/>
          </ac:graphicFrameMkLst>
        </pc:graphicFrameChg>
        <pc:graphicFrameChg chg="add del mod">
          <ac:chgData name="Fauzan kazi" userId="69602a53e9cc78a1" providerId="LiveId" clId="{69626427-7A11-4447-A233-6E5EB8AF41B5}" dt="2026-10-18T09:48:35.419" v="2289" actId="478"/>
          <ac:graphicFrameMkLst>
            <pc:docMk/>
            <pc:sldMk cId="2014072725" sldId="259"/>
            <ac:graphicFrameMk id="25" creationId="{003D4E04-52DF-E34A-C95D-A2B776167E64}"/>
          </ac:graphicFrameMkLst>
        </pc:graphicFrameChg>
        <pc:graphicFrameChg chg="add del mod modGraphic">
          <ac:chgData name="Fauzan kazi" userId="69602a53e9cc78a1" providerId="LiveId" clId="{69626427-7A11-4447-A233-6E5EB8AF41B5}" dt="2026-10-18T10:06:12.762" v="2563" actId="3680"/>
          <ac:graphicFrameMkLst>
            <pc:docMk/>
            <pc:sldMk cId="2014072725" sldId="259"/>
            <ac:graphicFrameMk id="33" creationId="{7D86A0C8-CC41-E7A3-171F-7AE48415E937}"/>
          </ac:graphicFrameMkLst>
        </pc:graphicFrameChg>
        <pc:graphicFrameChg chg="add mod modGraphic">
          <ac:chgData name="Fauzan kazi" userId="69602a53e9cc78a1" providerId="LiveId" clId="{69626427-7A11-4447-A233-6E5EB8AF41B5}" dt="2026-10-18T10:26:20.634" v="2777" actId="122"/>
          <ac:graphicFrameMkLst>
            <pc:docMk/>
            <pc:sldMk cId="2014072725" sldId="259"/>
            <ac:graphicFrameMk id="34" creationId="{397035A8-6DB3-A366-7B61-C32B13D526AD}"/>
          </ac:graphicFrameMkLst>
        </pc:graphicFrameChg>
        <pc:picChg chg="add mod">
          <ac:chgData name="Fauzan kazi" userId="69602a53e9cc78a1" providerId="LiveId" clId="{69626427-7A11-4447-A233-6E5EB8AF41B5}" dt="2026-10-18T15:42:21.956" v="5539" actId="14861"/>
          <ac:picMkLst>
            <pc:docMk/>
            <pc:sldMk cId="2014072725" sldId="259"/>
            <ac:picMk id="17" creationId="{8C0F6B96-B5C0-B3F3-8C7D-0EC33343C684}"/>
          </ac:picMkLst>
        </pc:picChg>
      </pc:sldChg>
      <pc:sldChg chg="addSp delSp modSp add mod">
        <pc:chgData name="Fauzan kazi" userId="69602a53e9cc78a1" providerId="LiveId" clId="{69626427-7A11-4447-A233-6E5EB8AF41B5}" dt="2026-10-18T16:25:50.318" v="5719" actId="255"/>
        <pc:sldMkLst>
          <pc:docMk/>
          <pc:sldMk cId="3955768102" sldId="260"/>
        </pc:sldMkLst>
        <pc:spChg chg="mod">
          <ac:chgData name="Fauzan kazi" userId="69602a53e9cc78a1" providerId="LiveId" clId="{69626427-7A11-4447-A233-6E5EB8AF41B5}" dt="2026-10-18T11:12:26.920" v="3352" actId="313"/>
          <ac:spMkLst>
            <pc:docMk/>
            <pc:sldMk cId="3955768102" sldId="260"/>
            <ac:spMk id="2" creationId="{AA7685EB-A95A-5675-9BAD-9D8FC05901BF}"/>
          </ac:spMkLst>
        </pc:spChg>
        <pc:spChg chg="del mod">
          <ac:chgData name="Fauzan kazi" userId="69602a53e9cc78a1" providerId="LiveId" clId="{69626427-7A11-4447-A233-6E5EB8AF41B5}" dt="2026-10-18T10:30:30.485" v="2800" actId="478"/>
          <ac:spMkLst>
            <pc:docMk/>
            <pc:sldMk cId="3955768102" sldId="260"/>
            <ac:spMk id="3" creationId="{93CCC19C-BCD4-8E97-E307-17567284403B}"/>
          </ac:spMkLst>
        </pc:spChg>
        <pc:spChg chg="mod">
          <ac:chgData name="Fauzan kazi" userId="69602a53e9cc78a1" providerId="LiveId" clId="{69626427-7A11-4447-A233-6E5EB8AF41B5}" dt="2026-10-18T15:55:55.823" v="5614" actId="207"/>
          <ac:spMkLst>
            <pc:docMk/>
            <pc:sldMk cId="3955768102" sldId="260"/>
            <ac:spMk id="5" creationId="{5B598028-E65B-1194-58B3-E705EF351DB0}"/>
          </ac:spMkLst>
        </pc:spChg>
        <pc:spChg chg="add mod">
          <ac:chgData name="Fauzan kazi" userId="69602a53e9cc78a1" providerId="LiveId" clId="{69626427-7A11-4447-A233-6E5EB8AF41B5}" dt="2026-10-18T11:03:21.526" v="3202" actId="1076"/>
          <ac:spMkLst>
            <pc:docMk/>
            <pc:sldMk cId="3955768102" sldId="260"/>
            <ac:spMk id="6" creationId="{5722418D-4397-2F1B-21E7-6AA605803DE8}"/>
          </ac:spMkLst>
        </pc:spChg>
        <pc:spChg chg="add mod">
          <ac:chgData name="Fauzan kazi" userId="69602a53e9cc78a1" providerId="LiveId" clId="{69626427-7A11-4447-A233-6E5EB8AF41B5}" dt="2026-10-18T11:12:47.609" v="3353" actId="1076"/>
          <ac:spMkLst>
            <pc:docMk/>
            <pc:sldMk cId="3955768102" sldId="260"/>
            <ac:spMk id="8" creationId="{E933E64D-D520-C642-E0D1-8CFEEA58606F}"/>
          </ac:spMkLst>
        </pc:spChg>
        <pc:spChg chg="add del mod">
          <ac:chgData name="Fauzan kazi" userId="69602a53e9cc78a1" providerId="LiveId" clId="{69626427-7A11-4447-A233-6E5EB8AF41B5}" dt="2026-10-18T10:35:31.522" v="2938" actId="1957"/>
          <ac:spMkLst>
            <pc:docMk/>
            <pc:sldMk cId="3955768102" sldId="260"/>
            <ac:spMk id="11" creationId="{AAD11DBE-8CD3-B2AC-4DD4-C5712C167412}"/>
          </ac:spMkLst>
        </pc:spChg>
        <pc:spChg chg="mod">
          <ac:chgData name="Fauzan kazi" userId="69602a53e9cc78a1" providerId="LiveId" clId="{69626427-7A11-4447-A233-6E5EB8AF41B5}" dt="2026-10-18T15:56:12.525" v="5616" actId="207"/>
          <ac:spMkLst>
            <pc:docMk/>
            <pc:sldMk cId="3955768102" sldId="260"/>
            <ac:spMk id="18" creationId="{39B5EF88-C91E-9477-78AE-2C8E685B29C1}"/>
          </ac:spMkLst>
        </pc:spChg>
        <pc:spChg chg="del">
          <ac:chgData name="Fauzan kazi" userId="69602a53e9cc78a1" providerId="LiveId" clId="{69626427-7A11-4447-A233-6E5EB8AF41B5}" dt="2026-10-18T10:30:39.866" v="2803" actId="478"/>
          <ac:spMkLst>
            <pc:docMk/>
            <pc:sldMk cId="3955768102" sldId="260"/>
            <ac:spMk id="19" creationId="{7E820128-3A38-66EF-54C3-290D86A0FCC4}"/>
          </ac:spMkLst>
        </pc:spChg>
        <pc:spChg chg="add mod">
          <ac:chgData name="Fauzan kazi" userId="69602a53e9cc78a1" providerId="LiveId" clId="{69626427-7A11-4447-A233-6E5EB8AF41B5}" dt="2026-10-18T11:43:19.593" v="3739" actId="1076"/>
          <ac:spMkLst>
            <pc:docMk/>
            <pc:sldMk cId="3955768102" sldId="260"/>
            <ac:spMk id="21" creationId="{B559A35B-D093-E644-1DA8-8EE48A6CBDFD}"/>
          </ac:spMkLst>
        </pc:spChg>
        <pc:spChg chg="del mod">
          <ac:chgData name="Fauzan kazi" userId="69602a53e9cc78a1" providerId="LiveId" clId="{69626427-7A11-4447-A233-6E5EB8AF41B5}" dt="2026-10-18T10:30:35.824" v="2802" actId="478"/>
          <ac:spMkLst>
            <pc:docMk/>
            <pc:sldMk cId="3955768102" sldId="260"/>
            <ac:spMk id="22" creationId="{AA1F0DD6-519D-F44E-4DF5-3D3AC1934294}"/>
          </ac:spMkLst>
        </pc:spChg>
        <pc:spChg chg="add del mod">
          <ac:chgData name="Fauzan kazi" userId="69602a53e9cc78a1" providerId="LiveId" clId="{69626427-7A11-4447-A233-6E5EB8AF41B5}" dt="2026-10-18T10:59:37.168" v="3144" actId="478"/>
          <ac:spMkLst>
            <pc:docMk/>
            <pc:sldMk cId="3955768102" sldId="260"/>
            <ac:spMk id="25" creationId="{EF794194-C76E-3703-2FC3-36737897877B}"/>
          </ac:spMkLst>
        </pc:spChg>
        <pc:spChg chg="add mod">
          <ac:chgData name="Fauzan kazi" userId="69602a53e9cc78a1" providerId="LiveId" clId="{69626427-7A11-4447-A233-6E5EB8AF41B5}" dt="2026-10-18T16:25:50.318" v="5719" actId="255"/>
          <ac:spMkLst>
            <pc:docMk/>
            <pc:sldMk cId="3955768102" sldId="260"/>
            <ac:spMk id="26" creationId="{A7E59584-4B15-3F9D-0C6C-6F602D8A0BDA}"/>
          </ac:spMkLst>
        </pc:spChg>
        <pc:spChg chg="del">
          <ac:chgData name="Fauzan kazi" userId="69602a53e9cc78a1" providerId="LiveId" clId="{69626427-7A11-4447-A233-6E5EB8AF41B5}" dt="2026-10-18T10:29:55.535" v="2796" actId="478"/>
          <ac:spMkLst>
            <pc:docMk/>
            <pc:sldMk cId="3955768102" sldId="260"/>
            <ac:spMk id="28" creationId="{B8004ED1-958F-DBE7-3E59-E14601A6D444}"/>
          </ac:spMkLst>
        </pc:spChg>
        <pc:spChg chg="del mod">
          <ac:chgData name="Fauzan kazi" userId="69602a53e9cc78a1" providerId="LiveId" clId="{69626427-7A11-4447-A233-6E5EB8AF41B5}" dt="2026-10-18T10:30:01.223" v="2798" actId="478"/>
          <ac:spMkLst>
            <pc:docMk/>
            <pc:sldMk cId="3955768102" sldId="260"/>
            <ac:spMk id="30" creationId="{8136A523-6B8C-B5F1-B617-A1DE5842CF05}"/>
          </ac:spMkLst>
        </pc:spChg>
        <pc:graphicFrameChg chg="del">
          <ac:chgData name="Fauzan kazi" userId="69602a53e9cc78a1" providerId="LiveId" clId="{69626427-7A11-4447-A233-6E5EB8AF41B5}" dt="2026-10-18T10:34:54.139" v="2936" actId="478"/>
          <ac:graphicFrameMkLst>
            <pc:docMk/>
            <pc:sldMk cId="3955768102" sldId="260"/>
            <ac:graphicFrameMk id="9" creationId="{4DCDDCCC-6CB9-7862-A4C3-8A839B4FE13A}"/>
          </ac:graphicFrameMkLst>
        </pc:graphicFrameChg>
        <pc:graphicFrameChg chg="add mod">
          <ac:chgData name="Fauzan kazi" userId="69602a53e9cc78a1" providerId="LiveId" clId="{69626427-7A11-4447-A233-6E5EB8AF41B5}" dt="2026-10-18T16:14:26.458" v="5693"/>
          <ac:graphicFrameMkLst>
            <pc:docMk/>
            <pc:sldMk cId="3955768102" sldId="260"/>
            <ac:graphicFrameMk id="14" creationId="{703DF573-48A7-F2AD-0824-5BF43D36067A}"/>
          </ac:graphicFrameMkLst>
        </pc:graphicFrameChg>
        <pc:graphicFrameChg chg="add mod">
          <ac:chgData name="Fauzan kazi" userId="69602a53e9cc78a1" providerId="LiveId" clId="{69626427-7A11-4447-A233-6E5EB8AF41B5}" dt="2026-10-18T16:21:41.397" v="5715"/>
          <ac:graphicFrameMkLst>
            <pc:docMk/>
            <pc:sldMk cId="3955768102" sldId="260"/>
            <ac:graphicFrameMk id="20" creationId="{46330B51-8E97-EC96-81DF-C8CFE3C1CD2A}"/>
          </ac:graphicFrameMkLst>
        </pc:graphicFrameChg>
        <pc:graphicFrameChg chg="del modGraphic">
          <ac:chgData name="Fauzan kazi" userId="69602a53e9cc78a1" providerId="LiveId" clId="{69626427-7A11-4447-A233-6E5EB8AF41B5}" dt="2026-10-18T10:29:46.576" v="2795" actId="478"/>
          <ac:graphicFrameMkLst>
            <pc:docMk/>
            <pc:sldMk cId="3955768102" sldId="260"/>
            <ac:graphicFrameMk id="34" creationId="{AF93E05D-D1CD-0FA5-E43C-F0E1807188C0}"/>
          </ac:graphicFrameMkLst>
        </pc:graphicFrameChg>
        <pc:picChg chg="del">
          <ac:chgData name="Fauzan kazi" userId="69602a53e9cc78a1" providerId="LiveId" clId="{69626427-7A11-4447-A233-6E5EB8AF41B5}" dt="2026-10-18T10:30:42.236" v="2804" actId="478"/>
          <ac:picMkLst>
            <pc:docMk/>
            <pc:sldMk cId="3955768102" sldId="260"/>
            <ac:picMk id="17" creationId="{A797A87B-D596-F2DF-1EB2-B5D982B26621}"/>
          </ac:picMkLst>
        </pc:picChg>
        <pc:picChg chg="add mod">
          <ac:chgData name="Fauzan kazi" userId="69602a53e9cc78a1" providerId="LiveId" clId="{69626427-7A11-4447-A233-6E5EB8AF41B5}" dt="2026-10-18T15:42:31.379" v="5540" actId="14861"/>
          <ac:picMkLst>
            <pc:docMk/>
            <pc:sldMk cId="3955768102" sldId="260"/>
            <ac:picMk id="24" creationId="{4E0E99B6-52E1-1A2C-006E-D2C8B56E0B38}"/>
          </ac:picMkLst>
        </pc:picChg>
      </pc:sldChg>
      <pc:sldChg chg="addSp delSp modSp add mod">
        <pc:chgData name="Fauzan kazi" userId="69602a53e9cc78a1" providerId="LiveId" clId="{69626427-7A11-4447-A233-6E5EB8AF41B5}" dt="2026-10-18T16:48:48.376" v="5822" actId="27918"/>
        <pc:sldMkLst>
          <pc:docMk/>
          <pc:sldMk cId="3807927182" sldId="261"/>
        </pc:sldMkLst>
        <pc:spChg chg="mod">
          <ac:chgData name="Fauzan kazi" userId="69602a53e9cc78a1" providerId="LiveId" clId="{69626427-7A11-4447-A233-6E5EB8AF41B5}" dt="2026-10-18T11:13:23.843" v="3397" actId="20577"/>
          <ac:spMkLst>
            <pc:docMk/>
            <pc:sldMk cId="3807927182" sldId="261"/>
            <ac:spMk id="2" creationId="{684B6016-2A12-87D8-100A-F2BE9887DD52}"/>
          </ac:spMkLst>
        </pc:spChg>
        <pc:spChg chg="add mod">
          <ac:chgData name="Fauzan kazi" userId="69602a53e9cc78a1" providerId="LiveId" clId="{69626427-7A11-4447-A233-6E5EB8AF41B5}" dt="2026-10-18T11:41:20.805" v="3734" actId="20577"/>
          <ac:spMkLst>
            <pc:docMk/>
            <pc:sldMk cId="3807927182" sldId="261"/>
            <ac:spMk id="3" creationId="{29CE075A-54C6-347A-CCD9-D87910AE4EBB}"/>
          </ac:spMkLst>
        </pc:spChg>
        <pc:spChg chg="mod">
          <ac:chgData name="Fauzan kazi" userId="69602a53e9cc78a1" providerId="LiveId" clId="{69626427-7A11-4447-A233-6E5EB8AF41B5}" dt="2026-10-18T15:56:23.874" v="5617" actId="207"/>
          <ac:spMkLst>
            <pc:docMk/>
            <pc:sldMk cId="3807927182" sldId="261"/>
            <ac:spMk id="5" creationId="{6EEDC548-E996-F5DB-4194-8FAAFB7EAC62}"/>
          </ac:spMkLst>
        </pc:spChg>
        <pc:spChg chg="mod">
          <ac:chgData name="Fauzan kazi" userId="69602a53e9cc78a1" providerId="LiveId" clId="{69626427-7A11-4447-A233-6E5EB8AF41B5}" dt="2026-10-18T11:29:22.815" v="3571" actId="207"/>
          <ac:spMkLst>
            <pc:docMk/>
            <pc:sldMk cId="3807927182" sldId="261"/>
            <ac:spMk id="6" creationId="{299A7FB7-1121-0568-E8DE-DD82162A1527}"/>
          </ac:spMkLst>
        </pc:spChg>
        <pc:spChg chg="mod">
          <ac:chgData name="Fauzan kazi" userId="69602a53e9cc78a1" providerId="LiveId" clId="{69626427-7A11-4447-A233-6E5EB8AF41B5}" dt="2026-10-18T11:39:06.880" v="3704" actId="207"/>
          <ac:spMkLst>
            <pc:docMk/>
            <pc:sldMk cId="3807927182" sldId="261"/>
            <ac:spMk id="8" creationId="{A316AEDC-9402-F8D0-3609-99C367440B77}"/>
          </ac:spMkLst>
        </pc:spChg>
        <pc:spChg chg="mod">
          <ac:chgData name="Fauzan kazi" userId="69602a53e9cc78a1" providerId="LiveId" clId="{69626427-7A11-4447-A233-6E5EB8AF41B5}" dt="2026-10-18T15:56:34.532" v="5618" actId="207"/>
          <ac:spMkLst>
            <pc:docMk/>
            <pc:sldMk cId="3807927182" sldId="261"/>
            <ac:spMk id="18" creationId="{6B1CA03D-22D7-1237-E3D0-751CEB58AFEC}"/>
          </ac:spMkLst>
        </pc:spChg>
        <pc:spChg chg="mod">
          <ac:chgData name="Fauzan kazi" userId="69602a53e9cc78a1" providerId="LiveId" clId="{69626427-7A11-4447-A233-6E5EB8AF41B5}" dt="2026-10-18T11:33:47.579" v="3623" actId="1076"/>
          <ac:spMkLst>
            <pc:docMk/>
            <pc:sldMk cId="3807927182" sldId="261"/>
            <ac:spMk id="21" creationId="{3AF92EE5-4E39-3C8F-CC7F-60DC409EA674}"/>
          </ac:spMkLst>
        </pc:spChg>
        <pc:spChg chg="mod">
          <ac:chgData name="Fauzan kazi" userId="69602a53e9cc78a1" providerId="LiveId" clId="{69626427-7A11-4447-A233-6E5EB8AF41B5}" dt="2026-10-18T11:28:43.561" v="3570" actId="14100"/>
          <ac:spMkLst>
            <pc:docMk/>
            <pc:sldMk cId="3807927182" sldId="261"/>
            <ac:spMk id="26" creationId="{FC23E458-3B62-D42C-610A-3DA7D5E29D25}"/>
          </ac:spMkLst>
        </pc:spChg>
        <pc:graphicFrameChg chg="add del mod">
          <ac:chgData name="Fauzan kazi" userId="69602a53e9cc78a1" providerId="LiveId" clId="{69626427-7A11-4447-A233-6E5EB8AF41B5}" dt="2026-10-18T11:38:12.652" v="3688" actId="478"/>
          <ac:graphicFrameMkLst>
            <pc:docMk/>
            <pc:sldMk cId="3807927182" sldId="261"/>
            <ac:graphicFrameMk id="4" creationId="{CDA28250-692A-4FE5-BE0A-BD341D716ACB}"/>
          </ac:graphicFrameMkLst>
        </pc:graphicFrameChg>
        <pc:graphicFrameChg chg="mod">
          <ac:chgData name="Fauzan kazi" userId="69602a53e9cc78a1" providerId="LiveId" clId="{69626427-7A11-4447-A233-6E5EB8AF41B5}" dt="2026-10-18T16:15:44.815" v="5698"/>
          <ac:graphicFrameMkLst>
            <pc:docMk/>
            <pc:sldMk cId="3807927182" sldId="261"/>
            <ac:graphicFrameMk id="14" creationId="{005793A7-9DDB-7F15-C067-A086FA2D9B12}"/>
          </ac:graphicFrameMkLst>
        </pc:graphicFrameChg>
        <pc:graphicFrameChg chg="mod">
          <ac:chgData name="Fauzan kazi" userId="69602a53e9cc78a1" providerId="LiveId" clId="{69626427-7A11-4447-A233-6E5EB8AF41B5}" dt="2026-10-18T16:16:04.831" v="5699"/>
          <ac:graphicFrameMkLst>
            <pc:docMk/>
            <pc:sldMk cId="3807927182" sldId="261"/>
            <ac:graphicFrameMk id="20" creationId="{4DF6930B-B727-6CDB-CACB-12BD038A21DC}"/>
          </ac:graphicFrameMkLst>
        </pc:graphicFrameChg>
        <pc:picChg chg="del">
          <ac:chgData name="Fauzan kazi" userId="69602a53e9cc78a1" providerId="LiveId" clId="{69626427-7A11-4447-A233-6E5EB8AF41B5}" dt="2026-10-18T11:15:21.131" v="3504" actId="478"/>
          <ac:picMkLst>
            <pc:docMk/>
            <pc:sldMk cId="3807927182" sldId="261"/>
            <ac:picMk id="24" creationId="{AF8BE758-CFCE-22BF-90B8-B90E276B7C1A}"/>
          </ac:picMkLst>
        </pc:picChg>
      </pc:sldChg>
      <pc:sldChg chg="addSp delSp modSp add mod">
        <pc:chgData name="Fauzan kazi" userId="69602a53e9cc78a1" providerId="LiveId" clId="{69626427-7A11-4447-A233-6E5EB8AF41B5}" dt="2026-10-18T16:25:42.157" v="5718" actId="255"/>
        <pc:sldMkLst>
          <pc:docMk/>
          <pc:sldMk cId="2539434326" sldId="262"/>
        </pc:sldMkLst>
        <pc:spChg chg="mod">
          <ac:chgData name="Fauzan kazi" userId="69602a53e9cc78a1" providerId="LiveId" clId="{69626427-7A11-4447-A233-6E5EB8AF41B5}" dt="2026-10-18T12:05:11.185" v="4191" actId="20577"/>
          <ac:spMkLst>
            <pc:docMk/>
            <pc:sldMk cId="2539434326" sldId="262"/>
            <ac:spMk id="2" creationId="{832C54B1-2544-DEC2-98C3-BD36D317D385}"/>
          </ac:spMkLst>
        </pc:spChg>
        <pc:spChg chg="del mod">
          <ac:chgData name="Fauzan kazi" userId="69602a53e9cc78a1" providerId="LiveId" clId="{69626427-7A11-4447-A233-6E5EB8AF41B5}" dt="2026-10-18T11:43:38.602" v="3742" actId="478"/>
          <ac:spMkLst>
            <pc:docMk/>
            <pc:sldMk cId="2539434326" sldId="262"/>
            <ac:spMk id="3" creationId="{5E7A8C8E-CA99-3EC4-6A43-014E17C46017}"/>
          </ac:spMkLst>
        </pc:spChg>
        <pc:spChg chg="mod">
          <ac:chgData name="Fauzan kazi" userId="69602a53e9cc78a1" providerId="LiveId" clId="{69626427-7A11-4447-A233-6E5EB8AF41B5}" dt="2026-10-18T15:56:50.785" v="5620" actId="207"/>
          <ac:spMkLst>
            <pc:docMk/>
            <pc:sldMk cId="2539434326" sldId="262"/>
            <ac:spMk id="5" creationId="{DEF678D9-2812-0EDB-71C6-B9233331C1F4}"/>
          </ac:spMkLst>
        </pc:spChg>
        <pc:spChg chg="mod">
          <ac:chgData name="Fauzan kazi" userId="69602a53e9cc78a1" providerId="LiveId" clId="{69626427-7A11-4447-A233-6E5EB8AF41B5}" dt="2026-10-18T12:04:19.633" v="4171" actId="20577"/>
          <ac:spMkLst>
            <pc:docMk/>
            <pc:sldMk cId="2539434326" sldId="262"/>
            <ac:spMk id="8" creationId="{5378A02D-2B16-CDC4-1DF0-6FDDFAB26649}"/>
          </ac:spMkLst>
        </pc:spChg>
        <pc:spChg chg="add mod">
          <ac:chgData name="Fauzan kazi" userId="69602a53e9cc78a1" providerId="LiveId" clId="{69626427-7A11-4447-A233-6E5EB8AF41B5}" dt="2026-10-18T16:25:42.157" v="5718" actId="255"/>
          <ac:spMkLst>
            <pc:docMk/>
            <pc:sldMk cId="2539434326" sldId="262"/>
            <ac:spMk id="10" creationId="{0EDBCAD1-4ADF-5B2C-E5A6-2FB627F3EF3F}"/>
          </ac:spMkLst>
        </pc:spChg>
        <pc:spChg chg="add del mod">
          <ac:chgData name="Fauzan kazi" userId="69602a53e9cc78a1" providerId="LiveId" clId="{69626427-7A11-4447-A233-6E5EB8AF41B5}" dt="2026-10-18T11:45:26.119" v="3774" actId="478"/>
          <ac:spMkLst>
            <pc:docMk/>
            <pc:sldMk cId="2539434326" sldId="262"/>
            <ac:spMk id="15" creationId="{F43B172E-A466-A439-96F2-1D6C312C7B4A}"/>
          </ac:spMkLst>
        </pc:spChg>
        <pc:spChg chg="add">
          <ac:chgData name="Fauzan kazi" userId="69602a53e9cc78a1" providerId="LiveId" clId="{69626427-7A11-4447-A233-6E5EB8AF41B5}" dt="2026-10-18T11:45:57.663" v="3850" actId="22"/>
          <ac:spMkLst>
            <pc:docMk/>
            <pc:sldMk cId="2539434326" sldId="262"/>
            <ac:spMk id="17" creationId="{A623927A-6C67-B564-361F-D51EF1EDA3BD}"/>
          </ac:spMkLst>
        </pc:spChg>
        <pc:spChg chg="mod">
          <ac:chgData name="Fauzan kazi" userId="69602a53e9cc78a1" providerId="LiveId" clId="{69626427-7A11-4447-A233-6E5EB8AF41B5}" dt="2026-10-18T15:56:46.164" v="5619" actId="207"/>
          <ac:spMkLst>
            <pc:docMk/>
            <pc:sldMk cId="2539434326" sldId="262"/>
            <ac:spMk id="18" creationId="{BC024A07-46FD-67EC-017E-5DCB47237F41}"/>
          </ac:spMkLst>
        </pc:spChg>
        <pc:spChg chg="add mod">
          <ac:chgData name="Fauzan kazi" userId="69602a53e9cc78a1" providerId="LiveId" clId="{69626427-7A11-4447-A233-6E5EB8AF41B5}" dt="2026-10-18T16:00:38.860" v="5664" actId="20577"/>
          <ac:spMkLst>
            <pc:docMk/>
            <pc:sldMk cId="2539434326" sldId="262"/>
            <ac:spMk id="19" creationId="{47F93264-7067-0B89-CA72-DD334CFF71AC}"/>
          </ac:spMkLst>
        </pc:spChg>
        <pc:spChg chg="mod">
          <ac:chgData name="Fauzan kazi" userId="69602a53e9cc78a1" providerId="LiveId" clId="{69626427-7A11-4447-A233-6E5EB8AF41B5}" dt="2026-10-18T11:44:32.157" v="3767" actId="1076"/>
          <ac:spMkLst>
            <pc:docMk/>
            <pc:sldMk cId="2539434326" sldId="262"/>
            <ac:spMk id="21" creationId="{0B419AC9-09A7-787C-F6E0-F381401510F0}"/>
          </ac:spMkLst>
        </pc:spChg>
        <pc:spChg chg="del">
          <ac:chgData name="Fauzan kazi" userId="69602a53e9cc78a1" providerId="LiveId" clId="{69626427-7A11-4447-A233-6E5EB8AF41B5}" dt="2026-10-18T11:43:30.483" v="3740" actId="478"/>
          <ac:spMkLst>
            <pc:docMk/>
            <pc:sldMk cId="2539434326" sldId="262"/>
            <ac:spMk id="26" creationId="{12F3D20D-6711-C79B-E601-F8DCF7DD84B7}"/>
          </ac:spMkLst>
        </pc:spChg>
        <pc:graphicFrameChg chg="del">
          <ac:chgData name="Fauzan kazi" userId="69602a53e9cc78a1" providerId="LiveId" clId="{69626427-7A11-4447-A233-6E5EB8AF41B5}" dt="2026-10-18T11:45:22.799" v="3773" actId="478"/>
          <ac:graphicFrameMkLst>
            <pc:docMk/>
            <pc:sldMk cId="2539434326" sldId="262"/>
            <ac:graphicFrameMk id="14" creationId="{A489BDE9-E997-AF17-80A3-A94450A20831}"/>
          </ac:graphicFrameMkLst>
        </pc:graphicFrameChg>
        <pc:graphicFrameChg chg="mod">
          <ac:chgData name="Fauzan kazi" userId="69602a53e9cc78a1" providerId="LiveId" clId="{69626427-7A11-4447-A233-6E5EB8AF41B5}" dt="2026-10-18T11:57:16.570" v="3970" actId="20577"/>
          <ac:graphicFrameMkLst>
            <pc:docMk/>
            <pc:sldMk cId="2539434326" sldId="262"/>
            <ac:graphicFrameMk id="20" creationId="{BE90DA79-89BC-3E0F-EB25-55DC4C09B4FB}"/>
          </ac:graphicFrameMkLst>
        </pc:graphicFrameChg>
        <pc:picChg chg="add del">
          <ac:chgData name="Fauzan kazi" userId="69602a53e9cc78a1" providerId="LiveId" clId="{69626427-7A11-4447-A233-6E5EB8AF41B5}" dt="2026-10-18T11:43:56.549" v="3764" actId="478"/>
          <ac:picMkLst>
            <pc:docMk/>
            <pc:sldMk cId="2539434326" sldId="262"/>
            <ac:picMk id="7" creationId="{5562544D-1A88-0102-6036-B123E5936933}"/>
          </ac:picMkLst>
        </pc:picChg>
        <pc:picChg chg="add mod">
          <ac:chgData name="Fauzan kazi" userId="69602a53e9cc78a1" providerId="LiveId" clId="{69626427-7A11-4447-A233-6E5EB8AF41B5}" dt="2026-10-18T15:42:40.233" v="5541" actId="14861"/>
          <ac:picMkLst>
            <pc:docMk/>
            <pc:sldMk cId="2539434326" sldId="262"/>
            <ac:picMk id="12" creationId="{546C8AB2-8DAF-CB1E-84DF-65E504AFC62D}"/>
          </ac:picMkLst>
        </pc:picChg>
      </pc:sldChg>
      <pc:sldChg chg="delSp modSp add mod">
        <pc:chgData name="Fauzan kazi" userId="69602a53e9cc78a1" providerId="LiveId" clId="{69626427-7A11-4447-A233-6E5EB8AF41B5}" dt="2026-10-18T16:50:06.564" v="5827" actId="27918"/>
        <pc:sldMkLst>
          <pc:docMk/>
          <pc:sldMk cId="185019036" sldId="263"/>
        </pc:sldMkLst>
        <pc:spChg chg="mod">
          <ac:chgData name="Fauzan kazi" userId="69602a53e9cc78a1" providerId="LiveId" clId="{69626427-7A11-4447-A233-6E5EB8AF41B5}" dt="2026-10-18T13:46:42.326" v="4353" actId="20577"/>
          <ac:spMkLst>
            <pc:docMk/>
            <pc:sldMk cId="185019036" sldId="263"/>
            <ac:spMk id="2" creationId="{DC94289E-B0D1-FBDD-13BD-8B24DAB9EFD2}"/>
          </ac:spMkLst>
        </pc:spChg>
        <pc:spChg chg="del mod">
          <ac:chgData name="Fauzan kazi" userId="69602a53e9cc78a1" providerId="LiveId" clId="{69626427-7A11-4447-A233-6E5EB8AF41B5}" dt="2026-10-18T13:39:53.440" v="4258" actId="478"/>
          <ac:spMkLst>
            <pc:docMk/>
            <pc:sldMk cId="185019036" sldId="263"/>
            <ac:spMk id="5" creationId="{507FD2B6-67C5-4997-C2F9-6DE3F9B88072}"/>
          </ac:spMkLst>
        </pc:spChg>
        <pc:spChg chg="mod">
          <ac:chgData name="Fauzan kazi" userId="69602a53e9cc78a1" providerId="LiveId" clId="{69626427-7A11-4447-A233-6E5EB8AF41B5}" dt="2026-10-18T13:48:07.212" v="4399" actId="1076"/>
          <ac:spMkLst>
            <pc:docMk/>
            <pc:sldMk cId="185019036" sldId="263"/>
            <ac:spMk id="6" creationId="{1435A7BA-FA56-DAA2-E649-C0CE8B12E307}"/>
          </ac:spMkLst>
        </pc:spChg>
        <pc:spChg chg="mod">
          <ac:chgData name="Fauzan kazi" userId="69602a53e9cc78a1" providerId="LiveId" clId="{69626427-7A11-4447-A233-6E5EB8AF41B5}" dt="2026-10-18T13:50:13.778" v="4484" actId="207"/>
          <ac:spMkLst>
            <pc:docMk/>
            <pc:sldMk cId="185019036" sldId="263"/>
            <ac:spMk id="8" creationId="{2433C601-B113-AB7B-8D9E-ADC1482BA270}"/>
          </ac:spMkLst>
        </pc:spChg>
        <pc:spChg chg="del mod">
          <ac:chgData name="Fauzan kazi" userId="69602a53e9cc78a1" providerId="LiveId" clId="{69626427-7A11-4447-A233-6E5EB8AF41B5}" dt="2026-10-18T13:39:47.584" v="4255" actId="478"/>
          <ac:spMkLst>
            <pc:docMk/>
            <pc:sldMk cId="185019036" sldId="263"/>
            <ac:spMk id="10" creationId="{77F8356B-C9CA-E9F8-C031-D9B81F00EFDF}"/>
          </ac:spMkLst>
        </pc:spChg>
        <pc:spChg chg="mod">
          <ac:chgData name="Fauzan kazi" userId="69602a53e9cc78a1" providerId="LiveId" clId="{69626427-7A11-4447-A233-6E5EB8AF41B5}" dt="2026-10-18T15:57:11.164" v="5622" actId="1076"/>
          <ac:spMkLst>
            <pc:docMk/>
            <pc:sldMk cId="185019036" sldId="263"/>
            <ac:spMk id="18" creationId="{7D191BD3-014C-0AB3-2C49-6AD4D1CFF6C3}"/>
          </ac:spMkLst>
        </pc:spChg>
        <pc:spChg chg="mod">
          <ac:chgData name="Fauzan kazi" userId="69602a53e9cc78a1" providerId="LiveId" clId="{69626427-7A11-4447-A233-6E5EB8AF41B5}" dt="2026-10-18T13:56:52.130" v="4523" actId="1076"/>
          <ac:spMkLst>
            <pc:docMk/>
            <pc:sldMk cId="185019036" sldId="263"/>
            <ac:spMk id="19" creationId="{1FD4D36D-7C44-F11C-AC61-95E4B4EAE349}"/>
          </ac:spMkLst>
        </pc:spChg>
        <pc:graphicFrameChg chg="mod">
          <ac:chgData name="Fauzan kazi" userId="69602a53e9cc78a1" providerId="LiveId" clId="{69626427-7A11-4447-A233-6E5EB8AF41B5}" dt="2026-10-18T16:46:00.844" v="5810"/>
          <ac:graphicFrameMkLst>
            <pc:docMk/>
            <pc:sldMk cId="185019036" sldId="263"/>
            <ac:graphicFrameMk id="20" creationId="{17DCF714-C1C7-DF82-E292-5E92D0DB5983}"/>
          </ac:graphicFrameMkLst>
        </pc:graphicFrameChg>
        <pc:picChg chg="del">
          <ac:chgData name="Fauzan kazi" userId="69602a53e9cc78a1" providerId="LiveId" clId="{69626427-7A11-4447-A233-6E5EB8AF41B5}" dt="2026-10-18T13:39:49.138" v="4256" actId="478"/>
          <ac:picMkLst>
            <pc:docMk/>
            <pc:sldMk cId="185019036" sldId="263"/>
            <ac:picMk id="12" creationId="{3F55171C-C580-5A61-A3E4-3E573DE4D703}"/>
          </ac:picMkLst>
        </pc:picChg>
      </pc:sldChg>
      <pc:sldChg chg="addSp delSp modSp add mod">
        <pc:chgData name="Fauzan kazi" userId="69602a53e9cc78a1" providerId="LiveId" clId="{69626427-7A11-4447-A233-6E5EB8AF41B5}" dt="2026-10-18T16:51:09.755" v="5837" actId="1076"/>
        <pc:sldMkLst>
          <pc:docMk/>
          <pc:sldMk cId="1741724763" sldId="264"/>
        </pc:sldMkLst>
        <pc:spChg chg="mod">
          <ac:chgData name="Fauzan kazi" userId="69602a53e9cc78a1" providerId="LiveId" clId="{69626427-7A11-4447-A233-6E5EB8AF41B5}" dt="2026-10-18T16:17:38.328" v="5705" actId="20577"/>
          <ac:spMkLst>
            <pc:docMk/>
            <pc:sldMk cId="1741724763" sldId="264"/>
            <ac:spMk id="2" creationId="{6B3C70CA-7AA7-426B-39C9-DBE2B17B89B3}"/>
          </ac:spMkLst>
        </pc:spChg>
        <pc:spChg chg="add mod topLvl">
          <ac:chgData name="Fauzan kazi" userId="69602a53e9cc78a1" providerId="LiveId" clId="{69626427-7A11-4447-A233-6E5EB8AF41B5}" dt="2026-10-18T16:50:40.643" v="5834" actId="1076"/>
          <ac:spMkLst>
            <pc:docMk/>
            <pc:sldMk cId="1741724763" sldId="264"/>
            <ac:spMk id="3" creationId="{DBFD7FE9-15B5-714E-7C6D-1A82098C09C2}"/>
          </ac:spMkLst>
        </pc:spChg>
        <pc:spChg chg="add mod topLvl">
          <ac:chgData name="Fauzan kazi" userId="69602a53e9cc78a1" providerId="LiveId" clId="{69626427-7A11-4447-A233-6E5EB8AF41B5}" dt="2026-10-18T16:50:49.451" v="5835" actId="1076"/>
          <ac:spMkLst>
            <pc:docMk/>
            <pc:sldMk cId="1741724763" sldId="264"/>
            <ac:spMk id="5" creationId="{5200FC49-E703-C044-648F-1277CED399B7}"/>
          </ac:spMkLst>
        </pc:spChg>
        <pc:spChg chg="del">
          <ac:chgData name="Fauzan kazi" userId="69602a53e9cc78a1" providerId="LiveId" clId="{69626427-7A11-4447-A233-6E5EB8AF41B5}" dt="2026-10-18T14:12:18.864" v="4857" actId="478"/>
          <ac:spMkLst>
            <pc:docMk/>
            <pc:sldMk cId="1741724763" sldId="264"/>
            <ac:spMk id="6" creationId="{C7C7402C-9A43-DC9F-D400-1E1978297D30}"/>
          </ac:spMkLst>
        </pc:spChg>
        <pc:spChg chg="del">
          <ac:chgData name="Fauzan kazi" userId="69602a53e9cc78a1" providerId="LiveId" clId="{69626427-7A11-4447-A233-6E5EB8AF41B5}" dt="2026-10-18T14:12:22.704" v="4858" actId="478"/>
          <ac:spMkLst>
            <pc:docMk/>
            <pc:sldMk cId="1741724763" sldId="264"/>
            <ac:spMk id="8" creationId="{F0907123-EC9B-B7CF-BB0D-B434BFBEAFF1}"/>
          </ac:spMkLst>
        </pc:spChg>
        <pc:spChg chg="add mod">
          <ac:chgData name="Fauzan kazi" userId="69602a53e9cc78a1" providerId="LiveId" clId="{69626427-7A11-4447-A233-6E5EB8AF41B5}" dt="2026-10-18T16:51:09.755" v="5837" actId="1076"/>
          <ac:spMkLst>
            <pc:docMk/>
            <pc:sldMk cId="1741724763" sldId="264"/>
            <ac:spMk id="13" creationId="{A6007DD3-095F-96CC-329A-290195D9D9EF}"/>
          </ac:spMkLst>
        </pc:spChg>
        <pc:spChg chg="add mod">
          <ac:chgData name="Fauzan kazi" userId="69602a53e9cc78a1" providerId="LiveId" clId="{69626427-7A11-4447-A233-6E5EB8AF41B5}" dt="2026-10-18T16:50:40.643" v="5834" actId="1076"/>
          <ac:spMkLst>
            <pc:docMk/>
            <pc:sldMk cId="1741724763" sldId="264"/>
            <ac:spMk id="15" creationId="{6CCF7011-CD87-46FE-9FFC-87FCB494DCDE}"/>
          </ac:spMkLst>
        </pc:spChg>
        <pc:spChg chg="mod">
          <ac:chgData name="Fauzan kazi" userId="69602a53e9cc78a1" providerId="LiveId" clId="{69626427-7A11-4447-A233-6E5EB8AF41B5}" dt="2026-10-18T16:50:40.643" v="5834" actId="1076"/>
          <ac:spMkLst>
            <pc:docMk/>
            <pc:sldMk cId="1741724763" sldId="264"/>
            <ac:spMk id="17" creationId="{265F2BC9-3655-E851-4216-ADA9FF191CB2}"/>
          </ac:spMkLst>
        </pc:spChg>
        <pc:spChg chg="mod">
          <ac:chgData name="Fauzan kazi" userId="69602a53e9cc78a1" providerId="LiveId" clId="{69626427-7A11-4447-A233-6E5EB8AF41B5}" dt="2026-10-18T16:51:00.265" v="5836" actId="1076"/>
          <ac:spMkLst>
            <pc:docMk/>
            <pc:sldMk cId="1741724763" sldId="264"/>
            <ac:spMk id="18" creationId="{1A2B9AAC-FCE5-E65F-3031-9A557FDF7786}"/>
          </ac:spMkLst>
        </pc:spChg>
        <pc:spChg chg="del mod">
          <ac:chgData name="Fauzan kazi" userId="69602a53e9cc78a1" providerId="LiveId" clId="{69626427-7A11-4447-A233-6E5EB8AF41B5}" dt="2026-10-18T14:12:07.546" v="4854" actId="478"/>
          <ac:spMkLst>
            <pc:docMk/>
            <pc:sldMk cId="1741724763" sldId="264"/>
            <ac:spMk id="19" creationId="{A6E2AFE7-1DBC-FD9E-726D-9D8C209DB0DF}"/>
          </ac:spMkLst>
        </pc:spChg>
        <pc:spChg chg="del mod">
          <ac:chgData name="Fauzan kazi" userId="69602a53e9cc78a1" providerId="LiveId" clId="{69626427-7A11-4447-A233-6E5EB8AF41B5}" dt="2026-10-18T14:12:59.865" v="4875" actId="478"/>
          <ac:spMkLst>
            <pc:docMk/>
            <pc:sldMk cId="1741724763" sldId="264"/>
            <ac:spMk id="21" creationId="{4CCECF96-2616-42DF-B0D9-EFE623A9E3F2}"/>
          </ac:spMkLst>
        </pc:spChg>
        <pc:spChg chg="add del mod">
          <ac:chgData name="Fauzan kazi" userId="69602a53e9cc78a1" providerId="LiveId" clId="{69626427-7A11-4447-A233-6E5EB8AF41B5}" dt="2026-10-18T14:36:27.543" v="5275" actId="478"/>
          <ac:spMkLst>
            <pc:docMk/>
            <pc:sldMk cId="1741724763" sldId="264"/>
            <ac:spMk id="23" creationId="{03B112AF-C957-90DE-A9DB-FAEEC54214DE}"/>
          </ac:spMkLst>
        </pc:spChg>
        <pc:spChg chg="add del">
          <ac:chgData name="Fauzan kazi" userId="69602a53e9cc78a1" providerId="LiveId" clId="{69626427-7A11-4447-A233-6E5EB8AF41B5}" dt="2026-10-18T14:37:26.614" v="5279" actId="478"/>
          <ac:spMkLst>
            <pc:docMk/>
            <pc:sldMk cId="1741724763" sldId="264"/>
            <ac:spMk id="24" creationId="{6406A976-1D26-46E1-538F-6E241953EDB7}"/>
          </ac:spMkLst>
        </pc:spChg>
        <pc:grpChg chg="add del mod">
          <ac:chgData name="Fauzan kazi" userId="69602a53e9cc78a1" providerId="LiveId" clId="{69626427-7A11-4447-A233-6E5EB8AF41B5}" dt="2026-10-18T14:36:06.893" v="5271" actId="165"/>
          <ac:grpSpMkLst>
            <pc:docMk/>
            <pc:sldMk cId="1741724763" sldId="264"/>
            <ac:grpSpMk id="16" creationId="{1E469C94-3A2C-E732-3CBF-37B3EAADCA91}"/>
          </ac:grpSpMkLst>
        </pc:grpChg>
        <pc:grpChg chg="add del mod">
          <ac:chgData name="Fauzan kazi" userId="69602a53e9cc78a1" providerId="LiveId" clId="{69626427-7A11-4447-A233-6E5EB8AF41B5}" dt="2026-10-18T14:36:11.193" v="5272" actId="165"/>
          <ac:grpSpMkLst>
            <pc:docMk/>
            <pc:sldMk cId="1741724763" sldId="264"/>
            <ac:grpSpMk id="22" creationId="{66044358-6A61-A4DF-FB85-481B46987CC9}"/>
          </ac:grpSpMkLst>
        </pc:grpChg>
        <pc:graphicFrameChg chg="del">
          <ac:chgData name="Fauzan kazi" userId="69602a53e9cc78a1" providerId="LiveId" clId="{69626427-7A11-4447-A233-6E5EB8AF41B5}" dt="2026-10-18T13:58:52.978" v="4524" actId="478"/>
          <ac:graphicFrameMkLst>
            <pc:docMk/>
            <pc:sldMk cId="1741724763" sldId="264"/>
            <ac:graphicFrameMk id="20" creationId="{A2B9E4D9-A73F-51A3-C6AF-0A279B9AEE97}"/>
          </ac:graphicFrameMkLst>
        </pc:graphicFrameChg>
        <pc:picChg chg="add mod topLvl">
          <ac:chgData name="Fauzan kazi" userId="69602a53e9cc78a1" providerId="LiveId" clId="{69626427-7A11-4447-A233-6E5EB8AF41B5}" dt="2026-10-18T14:36:11.193" v="5272" actId="165"/>
          <ac:picMkLst>
            <pc:docMk/>
            <pc:sldMk cId="1741724763" sldId="264"/>
            <ac:picMk id="9" creationId="{75C551F3-8609-8FBD-714D-6F79088D259E}"/>
          </ac:picMkLst>
        </pc:picChg>
        <pc:picChg chg="add mod topLvl">
          <ac:chgData name="Fauzan kazi" userId="69602a53e9cc78a1" providerId="LiveId" clId="{69626427-7A11-4447-A233-6E5EB8AF41B5}" dt="2026-10-18T14:36:06.893" v="5271" actId="165"/>
          <ac:picMkLst>
            <pc:docMk/>
            <pc:sldMk cId="1741724763" sldId="264"/>
            <ac:picMk id="11" creationId="{95889A7D-BDDE-7782-2CC6-F91E6FE7C5A2}"/>
          </ac:picMkLst>
        </pc:picChg>
      </pc:sldChg>
      <pc:sldChg chg="addSp delSp modSp add mod">
        <pc:chgData name="Fauzan kazi" userId="69602a53e9cc78a1" providerId="LiveId" clId="{69626427-7A11-4447-A233-6E5EB8AF41B5}" dt="2026-10-18T15:42:57.104" v="5542" actId="14861"/>
        <pc:sldMkLst>
          <pc:docMk/>
          <pc:sldMk cId="3195173998" sldId="265"/>
        </pc:sldMkLst>
        <pc:spChg chg="mod">
          <ac:chgData name="Fauzan kazi" userId="69602a53e9cc78a1" providerId="LiveId" clId="{69626427-7A11-4447-A233-6E5EB8AF41B5}" dt="2026-10-18T14:23:28.041" v="5174" actId="20577"/>
          <ac:spMkLst>
            <pc:docMk/>
            <pc:sldMk cId="3195173998" sldId="265"/>
            <ac:spMk id="2" creationId="{19BC26FA-23D0-A072-220A-DBBEBA170382}"/>
          </ac:spMkLst>
        </pc:spChg>
        <pc:spChg chg="add del mod">
          <ac:chgData name="Fauzan kazi" userId="69602a53e9cc78a1" providerId="LiveId" clId="{69626427-7A11-4447-A233-6E5EB8AF41B5}" dt="2026-10-18T14:23:41.613" v="5176" actId="478"/>
          <ac:spMkLst>
            <pc:docMk/>
            <pc:sldMk cId="3195173998" sldId="265"/>
            <ac:spMk id="4" creationId="{917541A6-6802-2EB8-1B82-7AB80819530E}"/>
          </ac:spMkLst>
        </pc:spChg>
        <pc:spChg chg="mod">
          <ac:chgData name="Fauzan kazi" userId="69602a53e9cc78a1" providerId="LiveId" clId="{69626427-7A11-4447-A233-6E5EB8AF41B5}" dt="2026-10-18T14:23:34.476" v="5175" actId="571"/>
          <ac:spMkLst>
            <pc:docMk/>
            <pc:sldMk cId="3195173998" sldId="265"/>
            <ac:spMk id="7" creationId="{3A39CDA2-B32C-73E0-9291-74B7B2BCB5C2}"/>
          </ac:spMkLst>
        </pc:spChg>
        <pc:spChg chg="mod">
          <ac:chgData name="Fauzan kazi" userId="69602a53e9cc78a1" providerId="LiveId" clId="{69626427-7A11-4447-A233-6E5EB8AF41B5}" dt="2026-10-18T14:23:34.476" v="5175" actId="571"/>
          <ac:spMkLst>
            <pc:docMk/>
            <pc:sldMk cId="3195173998" sldId="265"/>
            <ac:spMk id="12" creationId="{13B44520-2E43-E924-91EC-3558D5A6B2A7}"/>
          </ac:spMkLst>
        </pc:spChg>
        <pc:spChg chg="del mod">
          <ac:chgData name="Fauzan kazi" userId="69602a53e9cc78a1" providerId="LiveId" clId="{69626427-7A11-4447-A233-6E5EB8AF41B5}" dt="2026-10-18T14:23:47.944" v="5178" actId="478"/>
          <ac:spMkLst>
            <pc:docMk/>
            <pc:sldMk cId="3195173998" sldId="265"/>
            <ac:spMk id="13" creationId="{3BA34634-2A94-3496-5E9B-8366306B889E}"/>
          </ac:spMkLst>
        </pc:spChg>
        <pc:spChg chg="del">
          <ac:chgData name="Fauzan kazi" userId="69602a53e9cc78a1" providerId="LiveId" clId="{69626427-7A11-4447-A233-6E5EB8AF41B5}" dt="2026-10-18T14:23:41.613" v="5176" actId="478"/>
          <ac:spMkLst>
            <pc:docMk/>
            <pc:sldMk cId="3195173998" sldId="265"/>
            <ac:spMk id="15" creationId="{60E9BFD6-5301-29D2-9033-4D997A7FDA67}"/>
          </ac:spMkLst>
        </pc:spChg>
        <pc:spChg chg="del">
          <ac:chgData name="Fauzan kazi" userId="69602a53e9cc78a1" providerId="LiveId" clId="{69626427-7A11-4447-A233-6E5EB8AF41B5}" dt="2026-10-18T14:23:41.613" v="5176" actId="478"/>
          <ac:spMkLst>
            <pc:docMk/>
            <pc:sldMk cId="3195173998" sldId="265"/>
            <ac:spMk id="17" creationId="{23B59F27-3A2D-728C-D900-D5DF1A169172}"/>
          </ac:spMkLst>
        </pc:spChg>
        <pc:spChg chg="del">
          <ac:chgData name="Fauzan kazi" userId="69602a53e9cc78a1" providerId="LiveId" clId="{69626427-7A11-4447-A233-6E5EB8AF41B5}" dt="2026-10-18T14:23:51.958" v="5179" actId="478"/>
          <ac:spMkLst>
            <pc:docMk/>
            <pc:sldMk cId="3195173998" sldId="265"/>
            <ac:spMk id="18" creationId="{9F73D3B4-AD23-A1AD-5EF5-13462330A7F0}"/>
          </ac:spMkLst>
        </pc:spChg>
        <pc:spChg chg="add mod">
          <ac:chgData name="Fauzan kazi" userId="69602a53e9cc78a1" providerId="LiveId" clId="{69626427-7A11-4447-A233-6E5EB8AF41B5}" dt="2026-10-18T14:35:36.955" v="5270" actId="207"/>
          <ac:spMkLst>
            <pc:docMk/>
            <pc:sldMk cId="3195173998" sldId="265"/>
            <ac:spMk id="19" creationId="{1936D83F-20FF-2717-904A-2269B2B4E270}"/>
          </ac:spMkLst>
        </pc:spChg>
        <pc:spChg chg="add mod">
          <ac:chgData name="Fauzan kazi" userId="69602a53e9cc78a1" providerId="LiveId" clId="{69626427-7A11-4447-A233-6E5EB8AF41B5}" dt="2026-10-18T14:35:36.955" v="5270" actId="207"/>
          <ac:spMkLst>
            <pc:docMk/>
            <pc:sldMk cId="3195173998" sldId="265"/>
            <ac:spMk id="21" creationId="{A150ED4D-584B-04CD-7B0C-54123BD717B7}"/>
          </ac:spMkLst>
        </pc:spChg>
        <pc:spChg chg="add mod">
          <ac:chgData name="Fauzan kazi" userId="69602a53e9cc78a1" providerId="LiveId" clId="{69626427-7A11-4447-A233-6E5EB8AF41B5}" dt="2026-10-18T14:35:36.955" v="5270" actId="207"/>
          <ac:spMkLst>
            <pc:docMk/>
            <pc:sldMk cId="3195173998" sldId="265"/>
            <ac:spMk id="24" creationId="{ECB0064E-BC31-441C-6975-C1037965FBE6}"/>
          </ac:spMkLst>
        </pc:spChg>
        <pc:spChg chg="add mod">
          <ac:chgData name="Fauzan kazi" userId="69602a53e9cc78a1" providerId="LiveId" clId="{69626427-7A11-4447-A233-6E5EB8AF41B5}" dt="2026-10-18T14:35:36.955" v="5270" actId="207"/>
          <ac:spMkLst>
            <pc:docMk/>
            <pc:sldMk cId="3195173998" sldId="265"/>
            <ac:spMk id="26" creationId="{64F31B3F-D83F-0DA7-1C37-17B97128474A}"/>
          </ac:spMkLst>
        </pc:spChg>
        <pc:spChg chg="add mod">
          <ac:chgData name="Fauzan kazi" userId="69602a53e9cc78a1" providerId="LiveId" clId="{69626427-7A11-4447-A233-6E5EB8AF41B5}" dt="2026-10-18T14:26:47.381" v="5215" actId="571"/>
          <ac:spMkLst>
            <pc:docMk/>
            <pc:sldMk cId="3195173998" sldId="265"/>
            <ac:spMk id="27" creationId="{8C7EEBFE-4205-8D64-BDC2-4D0820EBC732}"/>
          </ac:spMkLst>
        </pc:spChg>
        <pc:spChg chg="add mod">
          <ac:chgData name="Fauzan kazi" userId="69602a53e9cc78a1" providerId="LiveId" clId="{69626427-7A11-4447-A233-6E5EB8AF41B5}" dt="2026-10-18T14:26:47.381" v="5215" actId="571"/>
          <ac:spMkLst>
            <pc:docMk/>
            <pc:sldMk cId="3195173998" sldId="265"/>
            <ac:spMk id="28" creationId="{60A09678-4390-4508-B871-1E8DB3518544}"/>
          </ac:spMkLst>
        </pc:spChg>
        <pc:spChg chg="add mod">
          <ac:chgData name="Fauzan kazi" userId="69602a53e9cc78a1" providerId="LiveId" clId="{69626427-7A11-4447-A233-6E5EB8AF41B5}" dt="2026-10-18T14:26:47.381" v="5215" actId="571"/>
          <ac:spMkLst>
            <pc:docMk/>
            <pc:sldMk cId="3195173998" sldId="265"/>
            <ac:spMk id="29" creationId="{491986B4-A01E-FE79-9A1D-E37D6C9B26BE}"/>
          </ac:spMkLst>
        </pc:spChg>
        <pc:spChg chg="add mod">
          <ac:chgData name="Fauzan kazi" userId="69602a53e9cc78a1" providerId="LiveId" clId="{69626427-7A11-4447-A233-6E5EB8AF41B5}" dt="2026-10-18T14:32:21.350" v="5238" actId="207"/>
          <ac:spMkLst>
            <pc:docMk/>
            <pc:sldMk cId="3195173998" sldId="265"/>
            <ac:spMk id="38" creationId="{55D25211-FD4D-6848-E2F3-88117743F9A8}"/>
          </ac:spMkLst>
        </pc:spChg>
        <pc:spChg chg="add mod">
          <ac:chgData name="Fauzan kazi" userId="69602a53e9cc78a1" providerId="LiveId" clId="{69626427-7A11-4447-A233-6E5EB8AF41B5}" dt="2026-10-18T15:36:33.510" v="5521" actId="20577"/>
          <ac:spMkLst>
            <pc:docMk/>
            <pc:sldMk cId="3195173998" sldId="265"/>
            <ac:spMk id="40" creationId="{FB02BC69-6E7C-A989-9730-02820F302E46}"/>
          </ac:spMkLst>
        </pc:spChg>
        <pc:spChg chg="add mod">
          <ac:chgData name="Fauzan kazi" userId="69602a53e9cc78a1" providerId="LiveId" clId="{69626427-7A11-4447-A233-6E5EB8AF41B5}" dt="2026-10-18T15:36:50.160" v="5531" actId="20577"/>
          <ac:spMkLst>
            <pc:docMk/>
            <pc:sldMk cId="3195173998" sldId="265"/>
            <ac:spMk id="42" creationId="{52A9C140-0F89-5FB2-3B04-A4410D562039}"/>
          </ac:spMkLst>
        </pc:spChg>
        <pc:spChg chg="add del">
          <ac:chgData name="Fauzan kazi" userId="69602a53e9cc78a1" providerId="LiveId" clId="{69626427-7A11-4447-A233-6E5EB8AF41B5}" dt="2026-10-18T14:32:38.905" v="5242" actId="22"/>
          <ac:spMkLst>
            <pc:docMk/>
            <pc:sldMk cId="3195173998" sldId="265"/>
            <ac:spMk id="44" creationId="{2493A78C-4C95-3A8B-7E46-F47EBA744ABD}"/>
          </ac:spMkLst>
        </pc:spChg>
        <pc:spChg chg="add mod">
          <ac:chgData name="Fauzan kazi" userId="69602a53e9cc78a1" providerId="LiveId" clId="{69626427-7A11-4447-A233-6E5EB8AF41B5}" dt="2026-10-18T14:33:57.868" v="5259" actId="113"/>
          <ac:spMkLst>
            <pc:docMk/>
            <pc:sldMk cId="3195173998" sldId="265"/>
            <ac:spMk id="46" creationId="{8734F83B-2F58-F751-25C7-91DC132EE502}"/>
          </ac:spMkLst>
        </pc:spChg>
        <pc:grpChg chg="add del mod">
          <ac:chgData name="Fauzan kazi" userId="69602a53e9cc78a1" providerId="LiveId" clId="{69626427-7A11-4447-A233-6E5EB8AF41B5}" dt="2026-10-18T14:23:41.613" v="5176" actId="478"/>
          <ac:grpSpMkLst>
            <pc:docMk/>
            <pc:sldMk cId="3195173998" sldId="265"/>
            <ac:grpSpMk id="6" creationId="{43D3C952-0717-A4D2-7A20-2DEF53FE2318}"/>
          </ac:grpSpMkLst>
        </pc:grpChg>
        <pc:grpChg chg="add del mod">
          <ac:chgData name="Fauzan kazi" userId="69602a53e9cc78a1" providerId="LiveId" clId="{69626427-7A11-4447-A233-6E5EB8AF41B5}" dt="2026-10-18T14:23:41.613" v="5176" actId="478"/>
          <ac:grpSpMkLst>
            <pc:docMk/>
            <pc:sldMk cId="3195173998" sldId="265"/>
            <ac:grpSpMk id="10" creationId="{00A4212D-14FE-1090-A648-C6978DD5DCE9}"/>
          </ac:grpSpMkLst>
        </pc:grpChg>
        <pc:grpChg chg="del">
          <ac:chgData name="Fauzan kazi" userId="69602a53e9cc78a1" providerId="LiveId" clId="{69626427-7A11-4447-A233-6E5EB8AF41B5}" dt="2026-10-18T14:23:41.613" v="5176" actId="478"/>
          <ac:grpSpMkLst>
            <pc:docMk/>
            <pc:sldMk cId="3195173998" sldId="265"/>
            <ac:grpSpMk id="16" creationId="{5F4ED6CB-CBCF-B3B4-4B52-09540977F334}"/>
          </ac:grpSpMkLst>
        </pc:grpChg>
        <pc:grpChg chg="del">
          <ac:chgData name="Fauzan kazi" userId="69602a53e9cc78a1" providerId="LiveId" clId="{69626427-7A11-4447-A233-6E5EB8AF41B5}" dt="2026-10-18T14:23:41.613" v="5176" actId="478"/>
          <ac:grpSpMkLst>
            <pc:docMk/>
            <pc:sldMk cId="3195173998" sldId="265"/>
            <ac:grpSpMk id="22" creationId="{44E86A0B-0AF5-4DF2-4D96-816E8EA4CC13}"/>
          </ac:grpSpMkLst>
        </pc:grpChg>
        <pc:picChg chg="mod">
          <ac:chgData name="Fauzan kazi" userId="69602a53e9cc78a1" providerId="LiveId" clId="{69626427-7A11-4447-A233-6E5EB8AF41B5}" dt="2026-10-18T14:23:34.476" v="5175" actId="571"/>
          <ac:picMkLst>
            <pc:docMk/>
            <pc:sldMk cId="3195173998" sldId="265"/>
            <ac:picMk id="8" creationId="{B1B5B5BB-25A5-778C-5DF7-FB23370E33A7}"/>
          </ac:picMkLst>
        </pc:picChg>
        <pc:picChg chg="mod">
          <ac:chgData name="Fauzan kazi" userId="69602a53e9cc78a1" providerId="LiveId" clId="{69626427-7A11-4447-A233-6E5EB8AF41B5}" dt="2026-10-18T14:23:34.476" v="5175" actId="571"/>
          <ac:picMkLst>
            <pc:docMk/>
            <pc:sldMk cId="3195173998" sldId="265"/>
            <ac:picMk id="14" creationId="{71B50D16-EC4E-FAA0-47B9-BD8464E07AC8}"/>
          </ac:picMkLst>
        </pc:picChg>
        <pc:picChg chg="add mod">
          <ac:chgData name="Fauzan kazi" userId="69602a53e9cc78a1" providerId="LiveId" clId="{69626427-7A11-4447-A233-6E5EB8AF41B5}" dt="2026-10-18T15:42:57.104" v="5542" actId="14861"/>
          <ac:picMkLst>
            <pc:docMk/>
            <pc:sldMk cId="3195173998" sldId="265"/>
            <ac:picMk id="31" creationId="{F0865725-FC4F-8D81-D554-750D71646E5C}"/>
          </ac:picMkLst>
        </pc:picChg>
        <pc:picChg chg="add mod">
          <ac:chgData name="Fauzan kazi" userId="69602a53e9cc78a1" providerId="LiveId" clId="{69626427-7A11-4447-A233-6E5EB8AF41B5}" dt="2026-10-18T15:42:57.104" v="5542" actId="14861"/>
          <ac:picMkLst>
            <pc:docMk/>
            <pc:sldMk cId="3195173998" sldId="265"/>
            <ac:picMk id="33" creationId="{FFE9C16B-11E1-8B0D-4B98-50DE09E242A9}"/>
          </ac:picMkLst>
        </pc:picChg>
        <pc:picChg chg="add mod">
          <ac:chgData name="Fauzan kazi" userId="69602a53e9cc78a1" providerId="LiveId" clId="{69626427-7A11-4447-A233-6E5EB8AF41B5}" dt="2026-10-18T15:42:57.104" v="5542" actId="14861"/>
          <ac:picMkLst>
            <pc:docMk/>
            <pc:sldMk cId="3195173998" sldId="265"/>
            <ac:picMk id="35" creationId="{7280A0A9-6481-AF3C-5742-EAF39D0D3AF1}"/>
          </ac:picMkLst>
        </pc:picChg>
        <pc:picChg chg="add mod">
          <ac:chgData name="Fauzan kazi" userId="69602a53e9cc78a1" providerId="LiveId" clId="{69626427-7A11-4447-A233-6E5EB8AF41B5}" dt="2026-10-18T15:42:57.104" v="5542" actId="14861"/>
          <ac:picMkLst>
            <pc:docMk/>
            <pc:sldMk cId="3195173998" sldId="265"/>
            <ac:picMk id="37" creationId="{883A81C6-9610-D7CA-9DD6-AFA43F121FA0}"/>
          </ac:picMkLst>
        </pc:picChg>
      </pc:sldChg>
      <pc:sldChg chg="addSp delSp modSp add mod">
        <pc:chgData name="Fauzan kazi" userId="69602a53e9cc78a1" providerId="LiveId" clId="{69626427-7A11-4447-A233-6E5EB8AF41B5}" dt="2026-10-18T14:41:46.732" v="5318" actId="14838"/>
        <pc:sldMkLst>
          <pc:docMk/>
          <pc:sldMk cId="75690478" sldId="266"/>
        </pc:sldMkLst>
        <pc:spChg chg="add del mod">
          <ac:chgData name="Fauzan kazi" userId="69602a53e9cc78a1" providerId="LiveId" clId="{69626427-7A11-4447-A233-6E5EB8AF41B5}" dt="2026-10-18T14:41:46.732" v="5318" actId="14838"/>
          <ac:spMkLst>
            <pc:docMk/>
            <pc:sldMk cId="75690478" sldId="266"/>
            <ac:spMk id="2" creationId="{7E368C71-36BE-247D-9FCE-C53DBA2DE206}"/>
          </ac:spMkLst>
        </pc:spChg>
        <pc:spChg chg="add del mod">
          <ac:chgData name="Fauzan kazi" userId="69602a53e9cc78a1" providerId="LiveId" clId="{69626427-7A11-4447-A233-6E5EB8AF41B5}" dt="2026-10-18T14:38:58.264" v="5285" actId="478"/>
          <ac:spMkLst>
            <pc:docMk/>
            <pc:sldMk cId="75690478" sldId="266"/>
            <ac:spMk id="4" creationId="{D0AC8805-B472-2017-29E9-74C40AF3DB64}"/>
          </ac:spMkLst>
        </pc:spChg>
        <pc:spChg chg="add mod">
          <ac:chgData name="Fauzan kazi" userId="69602a53e9cc78a1" providerId="LiveId" clId="{69626427-7A11-4447-A233-6E5EB8AF41B5}" dt="2026-10-18T14:41:25.660" v="5317" actId="33987"/>
          <ac:spMkLst>
            <pc:docMk/>
            <pc:sldMk cId="75690478" sldId="266"/>
            <ac:spMk id="5" creationId="{550BBEEF-3DB0-11FD-A45F-279F0A62ACF9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19" creationId="{B75F64CF-7D60-92FA-FF13-73127FA557EF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21" creationId="{5B0CC18B-4942-FD63-F763-DE1FD52155F5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24" creationId="{EFF344CC-FF19-B118-38E8-E5110041F5E4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26" creationId="{252E1115-53AD-D8E9-CE4B-D98DBC0A36DB}"/>
          </ac:spMkLst>
        </pc:spChg>
        <pc:spChg chg="add del mod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38" creationId="{F23AB12C-EF57-46A7-92E2-53D4AAF77827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40" creationId="{03657759-19C7-20E3-B260-81B6599C9653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42" creationId="{81E16447-3710-C348-976A-1979F056EF0F}"/>
          </ac:spMkLst>
        </pc:spChg>
        <pc:spChg chg="add del">
          <ac:chgData name="Fauzan kazi" userId="69602a53e9cc78a1" providerId="LiveId" clId="{69626427-7A11-4447-A233-6E5EB8AF41B5}" dt="2026-10-18T14:39:04.744" v="5286" actId="478"/>
          <ac:spMkLst>
            <pc:docMk/>
            <pc:sldMk cId="75690478" sldId="266"/>
            <ac:spMk id="46" creationId="{F8A65096-7308-8E5D-19FB-D959F9FF1D41}"/>
          </ac:spMkLst>
        </pc:spChg>
        <pc:picChg chg="del">
          <ac:chgData name="Fauzan kazi" userId="69602a53e9cc78a1" providerId="LiveId" clId="{69626427-7A11-4447-A233-6E5EB8AF41B5}" dt="2026-10-18T14:39:04.744" v="5286" actId="478"/>
          <ac:picMkLst>
            <pc:docMk/>
            <pc:sldMk cId="75690478" sldId="266"/>
            <ac:picMk id="35" creationId="{DF914583-5D8F-D0F8-6DA8-2EE79FF17821}"/>
          </ac:picMkLst>
        </pc:picChg>
        <pc:picChg chg="del">
          <ac:chgData name="Fauzan kazi" userId="69602a53e9cc78a1" providerId="LiveId" clId="{69626427-7A11-4447-A233-6E5EB8AF41B5}" dt="2026-10-18T14:39:04.744" v="5286" actId="478"/>
          <ac:picMkLst>
            <pc:docMk/>
            <pc:sldMk cId="75690478" sldId="266"/>
            <ac:picMk id="37" creationId="{7D826A36-B20F-9467-94E8-C4E55E2BD2EC}"/>
          </ac:picMkLst>
        </pc:picChg>
      </pc:sldChg>
      <pc:sldMasterChg chg="addSp delSp modSp mod setBg modSldLayout">
        <pc:chgData name="Fauzan kazi" userId="69602a53e9cc78a1" providerId="LiveId" clId="{69626427-7A11-4447-A233-6E5EB8AF41B5}" dt="2026-10-11T12:37:45.615" v="279"/>
        <pc:sldMasterMkLst>
          <pc:docMk/>
          <pc:sldMasterMk cId="442735102" sldId="2147483648"/>
        </pc:sldMasterMkLst>
        <pc:spChg chg="mod">
          <ac:chgData name="Fauzan kazi" userId="69602a53e9cc78a1" providerId="LiveId" clId="{69626427-7A11-4447-A233-6E5EB8AF41B5}" dt="2026-10-11T12:05:57.072" v="175" actId="1076"/>
          <ac:spMkLst>
            <pc:docMk/>
            <pc:sldMasterMk cId="442735102" sldId="2147483648"/>
            <ac:spMk id="7" creationId="{B48D559A-5BD5-94E8-294A-02C9E4AEB648}"/>
          </ac:spMkLst>
        </pc:spChg>
        <pc:picChg chg="add mod ord">
          <ac:chgData name="Fauzan kazi" userId="69602a53e9cc78a1" providerId="LiveId" clId="{69626427-7A11-4447-A233-6E5EB8AF41B5}" dt="2026-10-11T12:01:44.908" v="135" actId="29295"/>
          <ac:picMkLst>
            <pc:docMk/>
            <pc:sldMasterMk cId="442735102" sldId="2147483648"/>
            <ac:picMk id="9" creationId="{D68EF68F-19C4-C4E3-824A-EA4CB0AEDC28}"/>
          </ac:picMkLst>
        </pc:picChg>
        <pc:sldLayoutChg chg="addSp delSp modSp mod">
          <pc:chgData name="Fauzan kazi" userId="69602a53e9cc78a1" providerId="LiveId" clId="{69626427-7A11-4447-A233-6E5EB8AF41B5}" dt="2026-10-11T12:01:17.773" v="133" actId="1076"/>
          <pc:sldLayoutMkLst>
            <pc:docMk/>
            <pc:sldMasterMk cId="442735102" sldId="2147483648"/>
            <pc:sldLayoutMk cId="2541149744" sldId="2147483649"/>
          </pc:sldLayoutMkLst>
          <pc:spChg chg="mod">
            <ac:chgData name="Fauzan kazi" userId="69602a53e9cc78a1" providerId="LiveId" clId="{69626427-7A11-4447-A233-6E5EB8AF41B5}" dt="2026-10-11T12:01:17.773" v="133" actId="1076"/>
            <ac:spMkLst>
              <pc:docMk/>
              <pc:sldMasterMk cId="442735102" sldId="2147483648"/>
              <pc:sldLayoutMk cId="2541149744" sldId="2147483649"/>
              <ac:spMk id="2" creationId="{BB3F19EC-5387-52B0-3B27-65B3F80D42A8}"/>
            </ac:spMkLst>
          </pc:spChg>
          <pc:spChg chg="add del mod">
            <ac:chgData name="Fauzan kazi" userId="69602a53e9cc78a1" providerId="LiveId" clId="{69626427-7A11-4447-A233-6E5EB8AF41B5}" dt="2026-10-11T12:01:17.350" v="132" actId="47"/>
            <ac:spMkLst>
              <pc:docMk/>
              <pc:sldMasterMk cId="442735102" sldId="2147483648"/>
              <pc:sldLayoutMk cId="2541149744" sldId="2147483649"/>
              <ac:spMk id="7" creationId="{445F792A-22E4-52FD-629E-7E46A9308E8E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if\OneDrive\Desktop\cumulative%20revenue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informatica_acessorios</c:v>
                </c:pt>
                <c:pt idx="1">
                  <c:v>esporte_lazer</c:v>
                </c:pt>
                <c:pt idx="2">
                  <c:v>cama_mesa_banho</c:v>
                </c:pt>
                <c:pt idx="3">
                  <c:v>relogios_presentes</c:v>
                </c:pt>
                <c:pt idx="4">
                  <c:v>beleza_saude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911954.32</c:v>
                </c:pt>
                <c:pt idx="1">
                  <c:v>988048.97</c:v>
                </c:pt>
                <c:pt idx="2">
                  <c:v>1036988.68</c:v>
                </c:pt>
                <c:pt idx="3">
                  <c:v>1205005.68</c:v>
                </c:pt>
                <c:pt idx="4">
                  <c:v>1258681.3400000001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CB-46BE-8AEC-8118308D3E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260299727"/>
        <c:axId val="823581487"/>
      </c:barChart>
      <c:catAx>
        <c:axId val="1260299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3581487"/>
        <c:crosses val="autoZero"/>
        <c:auto val="1"/>
        <c:lblAlgn val="ctr"/>
        <c:lblOffset val="100"/>
        <c:noMultiLvlLbl val="0"/>
      </c:catAx>
      <c:valAx>
        <c:axId val="823581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 Revenue($)</a:t>
                </a:r>
              </a:p>
            </c:rich>
          </c:tx>
          <c:layout>
            <c:manualLayout>
              <c:xMode val="edge"/>
              <c:yMode val="edge"/>
              <c:x val="0.41033413252627948"/>
              <c:y val="0.937191906805640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99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[cumulative revenue.csv]Sheet1!PivotTable1</c:name>
    <c:fmtId val="16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beleza_saude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Sheet1!$B$5:$B$17</c:f>
              <c:numCache>
                <c:formatCode>General</c:formatCode>
                <c:ptCount val="12"/>
                <c:pt idx="0">
                  <c:v>85031.81</c:v>
                </c:pt>
                <c:pt idx="1">
                  <c:v>194866.66</c:v>
                </c:pt>
                <c:pt idx="2">
                  <c:v>310896.32</c:v>
                </c:pt>
                <c:pt idx="3">
                  <c:v>425583.11</c:v>
                </c:pt>
                <c:pt idx="4">
                  <c:v>568829.49</c:v>
                </c:pt>
                <c:pt idx="5">
                  <c:v>708767.7</c:v>
                </c:pt>
                <c:pt idx="6">
                  <c:v>849477.59</c:v>
                </c:pt>
                <c:pt idx="7">
                  <c:v>1020155.43</c:v>
                </c:pt>
                <c:pt idx="8">
                  <c:v>1071828.05</c:v>
                </c:pt>
                <c:pt idx="9">
                  <c:v>1118296.28</c:v>
                </c:pt>
                <c:pt idx="10">
                  <c:v>1197416.68</c:v>
                </c:pt>
                <c:pt idx="11">
                  <c:v>1258681.3400000001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E5-4194-AD18-88B162B86E86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cama_mesa_banho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Sheet1!$C$5:$C$17</c:f>
              <c:numCache>
                <c:formatCode>General</c:formatCode>
                <c:ptCount val="12"/>
                <c:pt idx="0">
                  <c:v>80337.95</c:v>
                </c:pt>
                <c:pt idx="1">
                  <c:v>157311.56</c:v>
                </c:pt>
                <c:pt idx="2">
                  <c:v>252340.97</c:v>
                </c:pt>
                <c:pt idx="3">
                  <c:v>349045.91</c:v>
                </c:pt>
                <c:pt idx="4">
                  <c:v>454095.13</c:v>
                </c:pt>
                <c:pt idx="5">
                  <c:v>560775.42000000004</c:v>
                </c:pt>
                <c:pt idx="6">
                  <c:v>679746.99</c:v>
                </c:pt>
                <c:pt idx="7">
                  <c:v>797920.1</c:v>
                </c:pt>
                <c:pt idx="8">
                  <c:v>850393.3</c:v>
                </c:pt>
                <c:pt idx="9">
                  <c:v>897070.29</c:v>
                </c:pt>
                <c:pt idx="10">
                  <c:v>986482.83</c:v>
                </c:pt>
                <c:pt idx="11">
                  <c:v>1036988.68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E5-4194-AD18-88B162B86E86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esporte_lazer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Sheet1!$D$5:$D$17</c:f>
              <c:numCache>
                <c:formatCode>General</c:formatCode>
                <c:ptCount val="12"/>
                <c:pt idx="0">
                  <c:v>101291.95</c:v>
                </c:pt>
                <c:pt idx="1">
                  <c:v>193528.06</c:v>
                </c:pt>
                <c:pt idx="2">
                  <c:v>305821.82</c:v>
                </c:pt>
                <c:pt idx="3">
                  <c:v>398214.23</c:v>
                </c:pt>
                <c:pt idx="4">
                  <c:v>494041.84</c:v>
                </c:pt>
                <c:pt idx="5">
                  <c:v>572791.18000000005</c:v>
                </c:pt>
                <c:pt idx="6">
                  <c:v>666897.27</c:v>
                </c:pt>
                <c:pt idx="7">
                  <c:v>760129.69</c:v>
                </c:pt>
                <c:pt idx="8">
                  <c:v>810297.17</c:v>
                </c:pt>
                <c:pt idx="9">
                  <c:v>863382.26</c:v>
                </c:pt>
                <c:pt idx="10">
                  <c:v>928256.31</c:v>
                </c:pt>
                <c:pt idx="11">
                  <c:v>988048.97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E5-4194-AD18-88B162B86E86}"/>
            </c:ext>
          </c:extLst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informatica_acessorios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Sheet1!$E$5:$E$17</c:f>
              <c:numCache>
                <c:formatCode>General</c:formatCode>
                <c:ptCount val="12"/>
                <c:pt idx="0">
                  <c:v>87181.59</c:v>
                </c:pt>
                <c:pt idx="1">
                  <c:v>200009.41</c:v>
                </c:pt>
                <c:pt idx="2">
                  <c:v>314307.53999999998</c:v>
                </c:pt>
                <c:pt idx="3">
                  <c:v>394649.8</c:v>
                </c:pt>
                <c:pt idx="4">
                  <c:v>491800.31</c:v>
                </c:pt>
                <c:pt idx="5">
                  <c:v>571133.84</c:v>
                </c:pt>
                <c:pt idx="6">
                  <c:v>651745.63</c:v>
                </c:pt>
                <c:pt idx="7">
                  <c:v>727065.28</c:v>
                </c:pt>
                <c:pt idx="8">
                  <c:v>755996.26</c:v>
                </c:pt>
                <c:pt idx="9">
                  <c:v>801417.67</c:v>
                </c:pt>
                <c:pt idx="10">
                  <c:v>874073.67</c:v>
                </c:pt>
                <c:pt idx="11">
                  <c:v>911954.32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AE5-4194-AD18-88B162B86E86}"/>
            </c:ext>
          </c:extLst>
        </c:ser>
        <c:ser>
          <c:idx val="4"/>
          <c:order val="4"/>
          <c:tx>
            <c:strRef>
              <c:f>Sheet1!$F$3:$F$4</c:f>
              <c:strCache>
                <c:ptCount val="1"/>
                <c:pt idx="0">
                  <c:v>relogios_presentes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Sheet1!$A$5:$A$17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Sheet1!$F$5:$F$17</c:f>
              <c:numCache>
                <c:formatCode>General</c:formatCode>
                <c:ptCount val="12"/>
                <c:pt idx="0">
                  <c:v>83707.759999999995</c:v>
                </c:pt>
                <c:pt idx="1">
                  <c:v>158926.15</c:v>
                </c:pt>
                <c:pt idx="2">
                  <c:v>283557.61</c:v>
                </c:pt>
                <c:pt idx="3">
                  <c:v>399703.96</c:v>
                </c:pt>
                <c:pt idx="4">
                  <c:v>561550.52</c:v>
                </c:pt>
                <c:pt idx="5">
                  <c:v>677384.71</c:v>
                </c:pt>
                <c:pt idx="6">
                  <c:v>810401.86</c:v>
                </c:pt>
                <c:pt idx="7">
                  <c:v>919098.12</c:v>
                </c:pt>
                <c:pt idx="8">
                  <c:v>966233.72</c:v>
                </c:pt>
                <c:pt idx="9">
                  <c:v>1035553.49</c:v>
                </c:pt>
                <c:pt idx="10">
                  <c:v>1133278.06</c:v>
                </c:pt>
                <c:pt idx="11">
                  <c:v>1205005.68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AE5-4194-AD18-88B162B86E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5902575"/>
        <c:axId val="1215905455"/>
      </c:lineChart>
      <c:catAx>
        <c:axId val="12159025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905455"/>
        <c:crosses val="autoZero"/>
        <c:auto val="1"/>
        <c:lblAlgn val="ctr"/>
        <c:lblOffset val="100"/>
        <c:noMultiLvlLbl val="0"/>
      </c:catAx>
      <c:valAx>
        <c:axId val="121590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Cumulative 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902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orders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boleto</c:v>
                </c:pt>
                <c:pt idx="1">
                  <c:v>credit_card</c:v>
                </c:pt>
                <c:pt idx="2">
                  <c:v>debit_card</c:v>
                </c:pt>
                <c:pt idx="3">
                  <c:v>not_defined</c:v>
                </c:pt>
                <c:pt idx="4">
                  <c:v>voucher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19784</c:v>
                </c:pt>
                <c:pt idx="1">
                  <c:v>76505</c:v>
                </c:pt>
                <c:pt idx="2">
                  <c:v>1528</c:v>
                </c:pt>
                <c:pt idx="3">
                  <c:v>3</c:v>
                </c:pt>
                <c:pt idx="4">
                  <c:v>3866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11-4E0C-B920-2BE651808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51357296"/>
        <c:axId val="95135777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Average order value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boleto</c:v>
                </c:pt>
                <c:pt idx="1">
                  <c:v>credit_card</c:v>
                </c:pt>
                <c:pt idx="2">
                  <c:v>debit_card</c:v>
                </c:pt>
                <c:pt idx="3">
                  <c:v>not_defined</c:v>
                </c:pt>
                <c:pt idx="4">
                  <c:v>voucher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145.03</c:v>
                </c:pt>
                <c:pt idx="1">
                  <c:v>163.94</c:v>
                </c:pt>
                <c:pt idx="2">
                  <c:v>142.66</c:v>
                </c:pt>
                <c:pt idx="3">
                  <c:v>0</c:v>
                </c:pt>
                <c:pt idx="4">
                  <c:v>98.15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11-4E0C-B920-2BE651808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1322256"/>
        <c:axId val="951317936"/>
      </c:lineChart>
      <c:catAx>
        <c:axId val="9513572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Payments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1357776"/>
        <c:crosses val="autoZero"/>
        <c:auto val="1"/>
        <c:lblAlgn val="ctr"/>
        <c:lblOffset val="100"/>
        <c:noMultiLvlLbl val="0"/>
      </c:catAx>
      <c:valAx>
        <c:axId val="95135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 of 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1357296"/>
        <c:crosses val="autoZero"/>
        <c:crossBetween val="between"/>
      </c:valAx>
      <c:valAx>
        <c:axId val="95131793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 Order 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1322256"/>
        <c:crosses val="max"/>
        <c:crossBetween val="between"/>
      </c:valAx>
      <c:catAx>
        <c:axId val="9513222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513179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A37E-451B-BCDA-98DC82E86C77}"/>
              </c:ext>
            </c:extLst>
          </c:dPt>
          <c:cat>
            <c:strRef>
              <c:f>Sheet1!$A$2:$A$9</c:f>
              <c:strCache>
                <c:ptCount val="8"/>
                <c:pt idx="0">
                  <c:v>BA</c:v>
                </c:pt>
                <c:pt idx="1">
                  <c:v>DF</c:v>
                </c:pt>
                <c:pt idx="2">
                  <c:v>RS</c:v>
                </c:pt>
                <c:pt idx="3">
                  <c:v>SC</c:v>
                </c:pt>
                <c:pt idx="4">
                  <c:v>RJ</c:v>
                </c:pt>
                <c:pt idx="5">
                  <c:v>PR</c:v>
                </c:pt>
                <c:pt idx="6">
                  <c:v>MG</c:v>
                </c:pt>
                <c:pt idx="7">
                  <c:v>SP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569</c:v>
                </c:pt>
                <c:pt idx="1">
                  <c:v>824</c:v>
                </c:pt>
                <c:pt idx="2">
                  <c:v>1989</c:v>
                </c:pt>
                <c:pt idx="3">
                  <c:v>3667</c:v>
                </c:pt>
                <c:pt idx="4">
                  <c:v>4353</c:v>
                </c:pt>
                <c:pt idx="5">
                  <c:v>7673</c:v>
                </c:pt>
                <c:pt idx="6">
                  <c:v>7930</c:v>
                </c:pt>
                <c:pt idx="7">
                  <c:v>70188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0-40D5-A270-7E80EE916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288900800"/>
        <c:axId val="1288894560"/>
      </c:barChart>
      <c:catAx>
        <c:axId val="12889008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94560"/>
        <c:crosses val="autoZero"/>
        <c:auto val="1"/>
        <c:lblAlgn val="ctr"/>
        <c:lblOffset val="100"/>
        <c:noMultiLvlLbl val="0"/>
      </c:catAx>
      <c:valAx>
        <c:axId val="1288894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 of 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900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50701814447106"/>
          <c:y val="0.19260584458622901"/>
          <c:w val="0.78777559055118107"/>
          <c:h val="0.677124549351727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of Orders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6560211a19b47992c3666cc44a7e94c0</c:v>
                </c:pt>
                <c:pt idx="1">
                  <c:v>4a3ca9315b744ce9f8e9374361493884</c:v>
                </c:pt>
                <c:pt idx="2">
                  <c:v>cc419e0650a3c5ba77189a1882b7556a</c:v>
                </c:pt>
                <c:pt idx="3">
                  <c:v>1f50f920176fa81dab994f9023523100</c:v>
                </c:pt>
                <c:pt idx="4">
                  <c:v>da8622b14eb17ae2831f4ac5b9dab84a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1854</c:v>
                </c:pt>
                <c:pt idx="1">
                  <c:v>1806</c:v>
                </c:pt>
                <c:pt idx="2">
                  <c:v>1706</c:v>
                </c:pt>
                <c:pt idx="3">
                  <c:v>1404</c:v>
                </c:pt>
                <c:pt idx="4">
                  <c:v>1314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5-4D7F-9F61-85DB8CCAA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88884480"/>
        <c:axId val="128889072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6560211a19b47992c3666cc44a7e94c0</c:v>
                      </c:pt>
                      <c:pt idx="1">
                        <c:v>4a3ca9315b744ce9f8e9374361493884</c:v>
                      </c:pt>
                      <c:pt idx="2">
                        <c:v>cc419e0650a3c5ba77189a1882b7556a</c:v>
                      </c:pt>
                      <c:pt idx="3">
                        <c:v>1f50f920176fa81dab994f9023523100</c:v>
                      </c:pt>
                      <c:pt idx="4">
                        <c:v>da8622b14eb17ae2831f4ac5b9dab84a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075-4D7F-9F61-85DB8CCAA60C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6560211a19b47992c3666cc44a7e94c0</c:v>
                      </c:pt>
                      <c:pt idx="1">
                        <c:v>4a3ca9315b744ce9f8e9374361493884</c:v>
                      </c:pt>
                      <c:pt idx="2">
                        <c:v>cc419e0650a3c5ba77189a1882b7556a</c:v>
                      </c:pt>
                      <c:pt idx="3">
                        <c:v>1f50f920176fa81dab994f9023523100</c:v>
                      </c:pt>
                      <c:pt idx="4">
                        <c:v>da8622b14eb17ae2831f4ac5b9dab84a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075-4D7F-9F61-85DB8CCAA60C}"/>
                  </c:ext>
                </c:extLst>
              </c15:ser>
            </c15:filteredBarSeries>
          </c:ext>
        </c:extLst>
      </c:barChart>
      <c:catAx>
        <c:axId val="1288884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Top Sellers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90720"/>
        <c:crosses val="autoZero"/>
        <c:auto val="1"/>
        <c:lblAlgn val="ctr"/>
        <c:lblOffset val="100"/>
        <c:noMultiLvlLbl val="0"/>
      </c:catAx>
      <c:valAx>
        <c:axId val="128889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 of 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84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Average_review_score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22DC-423C-9670-D1DEF4CC7B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musica</c:v>
                </c:pt>
                <c:pt idx="1">
                  <c:v>cine_foto</c:v>
                </c:pt>
                <c:pt idx="2">
                  <c:v>pet_shop</c:v>
                </c:pt>
                <c:pt idx="3">
                  <c:v>papelaria</c:v>
                </c:pt>
                <c:pt idx="4">
                  <c:v>la_cuisine</c:v>
                </c:pt>
                <c:pt idx="5">
                  <c:v>fashion_esporte</c:v>
                </c:pt>
                <c:pt idx="6">
                  <c:v>alimentos</c:v>
                </c:pt>
                <c:pt idx="7">
                  <c:v>portateis_casa_forno_e_cafe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4.21</c:v>
                </c:pt>
                <c:pt idx="1">
                  <c:v>4.2300000000000004</c:v>
                </c:pt>
                <c:pt idx="2">
                  <c:v>4.24</c:v>
                </c:pt>
                <c:pt idx="3">
                  <c:v>4.24</c:v>
                </c:pt>
                <c:pt idx="4">
                  <c:v>4.25</c:v>
                </c:pt>
                <c:pt idx="5">
                  <c:v>4.26</c:v>
                </c:pt>
                <c:pt idx="6">
                  <c:v>4.28</c:v>
                </c:pt>
                <c:pt idx="7">
                  <c:v>4.29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0-40D5-A270-7E80EE9164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288900800"/>
        <c:axId val="1288894560"/>
      </c:barChart>
      <c:catAx>
        <c:axId val="12889008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Product 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94560"/>
        <c:crosses val="autoZero"/>
        <c:auto val="1"/>
        <c:lblAlgn val="ctr"/>
        <c:lblOffset val="100"/>
        <c:noMultiLvlLbl val="0"/>
      </c:catAx>
      <c:valAx>
        <c:axId val="1288894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900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50701814447106"/>
          <c:y val="0.19260584458622901"/>
          <c:w val="0.78777559055118107"/>
          <c:h val="0.677124549351727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of Orders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AP</c:v>
                </c:pt>
                <c:pt idx="2">
                  <c:v>PR</c:v>
                </c:pt>
                <c:pt idx="3">
                  <c:v>AM</c:v>
                </c:pt>
                <c:pt idx="4">
                  <c:v>MG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4.25</c:v>
                </c:pt>
                <c:pt idx="1">
                  <c:v>4.24</c:v>
                </c:pt>
                <c:pt idx="2">
                  <c:v>4.24</c:v>
                </c:pt>
                <c:pt idx="3">
                  <c:v>4.22</c:v>
                </c:pt>
                <c:pt idx="4">
                  <c:v>4.1900000000000004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5-4D7F-9F61-85DB8CCAA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88884480"/>
        <c:axId val="128889072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SP</c:v>
                      </c:pt>
                      <c:pt idx="1">
                        <c:v>AP</c:v>
                      </c:pt>
                      <c:pt idx="2">
                        <c:v>PR</c:v>
                      </c:pt>
                      <c:pt idx="3">
                        <c:v>AM</c:v>
                      </c:pt>
                      <c:pt idx="4">
                        <c:v>MG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075-4D7F-9F61-85DB8CCAA60C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SP</c:v>
                      </c:pt>
                      <c:pt idx="1">
                        <c:v>AP</c:v>
                      </c:pt>
                      <c:pt idx="2">
                        <c:v>PR</c:v>
                      </c:pt>
                      <c:pt idx="3">
                        <c:v>AM</c:v>
                      </c:pt>
                      <c:pt idx="4">
                        <c:v>MG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075-4D7F-9F61-85DB8CCAA60C}"/>
                  </c:ext>
                </c:extLst>
              </c15:ser>
            </c15:filteredBarSeries>
          </c:ext>
        </c:extLst>
      </c:barChart>
      <c:catAx>
        <c:axId val="1288884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States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90720"/>
        <c:crosses val="autoZero"/>
        <c:auto val="1"/>
        <c:lblAlgn val="ctr"/>
        <c:lblOffset val="100"/>
        <c:noMultiLvlLbl val="0"/>
      </c:catAx>
      <c:valAx>
        <c:axId val="128889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Average Review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84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50701814447106"/>
          <c:y val="0.19260584458622901"/>
          <c:w val="0.78777559055118107"/>
          <c:h val="0.677124549351727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of Orders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11449</c:v>
                </c:pt>
                <c:pt idx="1">
                  <c:v>32626</c:v>
                </c:pt>
                <c:pt idx="2">
                  <c:v>24601</c:v>
                </c:pt>
                <c:pt idx="3">
                  <c:v>12854</c:v>
                </c:pt>
                <c:pt idx="4">
                  <c:v>6786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5-4D7F-9F61-85DB8CCAA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88884480"/>
        <c:axId val="128889072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0-4</c:v>
                      </c:pt>
                      <c:pt idx="1">
                        <c:v>5-9</c:v>
                      </c:pt>
                      <c:pt idx="2">
                        <c:v>10-14</c:v>
                      </c:pt>
                      <c:pt idx="3">
                        <c:v>15-19</c:v>
                      </c:pt>
                      <c:pt idx="4">
                        <c:v>20-24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075-4D7F-9F61-85DB8CCAA60C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0-4</c:v>
                      </c:pt>
                      <c:pt idx="1">
                        <c:v>5-9</c:v>
                      </c:pt>
                      <c:pt idx="2">
                        <c:v>10-14</c:v>
                      </c:pt>
                      <c:pt idx="3">
                        <c:v>15-19</c:v>
                      </c:pt>
                      <c:pt idx="4">
                        <c:v>20-24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075-4D7F-9F61-85DB8CCAA60C}"/>
                  </c:ext>
                </c:extLst>
              </c15:ser>
            </c15:filteredBarSeries>
          </c:ext>
        </c:extLst>
      </c:barChart>
      <c:catAx>
        <c:axId val="1288884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Delivery Time(Days)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90720"/>
        <c:crosses val="autoZero"/>
        <c:auto val="1"/>
        <c:lblAlgn val="ctr"/>
        <c:lblOffset val="100"/>
        <c:noMultiLvlLbl val="0"/>
      </c:catAx>
      <c:valAx>
        <c:axId val="128889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 of 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84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50701814447106"/>
          <c:y val="0.11226096944136713"/>
          <c:w val="0.78777559055118107"/>
          <c:h val="0.7574695617248259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of Orders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349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5DCA-4465-9BBB-AA8910F5EB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2017-11</c:v>
                </c:pt>
                <c:pt idx="1">
                  <c:v>2018-01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7544</c:v>
                </c:pt>
                <c:pt idx="1">
                  <c:v>7269</c:v>
                </c:pt>
                <c:pt idx="2">
                  <c:v>7211</c:v>
                </c:pt>
                <c:pt idx="3">
                  <c:v>6939</c:v>
                </c:pt>
                <c:pt idx="4">
                  <c:v>6873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75-4D7F-9F61-85DB8CCAA60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88884480"/>
        <c:axId val="1288890720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34925" cap="rnd">
                    <a:solidFill>
                      <a:schemeClr val="accent2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2017-11</c:v>
                      </c:pt>
                      <c:pt idx="1">
                        <c:v>2018-01</c:v>
                      </c:pt>
                      <c:pt idx="2">
                        <c:v>2018-03</c:v>
                      </c:pt>
                      <c:pt idx="3">
                        <c:v>2018-04</c:v>
                      </c:pt>
                      <c:pt idx="4">
                        <c:v>2018-05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9075-4D7F-9F61-85DB8CCAA60C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34925" cap="rnd">
                    <a:solidFill>
                      <a:schemeClr val="accent3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2017-11</c:v>
                      </c:pt>
                      <c:pt idx="1">
                        <c:v>2018-01</c:v>
                      </c:pt>
                      <c:pt idx="2">
                        <c:v>2018-03</c:v>
                      </c:pt>
                      <c:pt idx="3">
                        <c:v>2018-04</c:v>
                      </c:pt>
                      <c:pt idx="4">
                        <c:v>2018-05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075-4D7F-9F61-85DB8CCAA60C}"/>
                  </c:ext>
                </c:extLst>
              </c15:ser>
            </c15:filteredLineSeries>
          </c:ext>
        </c:extLst>
      </c:lineChart>
      <c:catAx>
        <c:axId val="1288884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90720"/>
        <c:crosses val="autoZero"/>
        <c:auto val="1"/>
        <c:lblAlgn val="ctr"/>
        <c:lblOffset val="100"/>
        <c:noMultiLvlLbl val="0"/>
      </c:catAx>
      <c:valAx>
        <c:axId val="128889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 of 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84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F952F-B994-4F21-B2BF-299F904DE4B3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0E2C9-3952-49F7-A326-63CD112BE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52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19EC-5387-52B0-3B27-65B3F80D4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30574-D9D4-E51A-09C3-A5636CE3D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A5C8E-9B16-70A9-68ED-DAED8DFC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34102-F1F4-C676-DBF0-8743C182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DA495-6B7D-58D2-7BD7-4CAF04BB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F792A-22E4-52FD-629E-7E46A9308E8E}"/>
              </a:ext>
            </a:extLst>
          </p:cNvPr>
          <p:cNvSpPr txBox="1"/>
          <p:nvPr userDrawn="1"/>
        </p:nvSpPr>
        <p:spPr>
          <a:xfrm>
            <a:off x="5128591" y="4277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4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33C4-DC55-9D9B-AFF2-D2894C5D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04C6-5311-F616-6682-5BCEF553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4078E-E181-A291-0DEE-66683EA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5C8FE-12EF-E6E4-9907-A48E300D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86F45-8D11-7241-A504-225CD9C6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0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9BA5-6217-AD98-E772-A881BE61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4F48E-EDF3-6683-65AC-E801579CF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0C022-F744-91EE-9876-C8C46259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7C07-FFF0-6801-E99A-4B12C37D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5D4C-57F6-8248-3316-732AE718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02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8FD7-214A-88A0-239F-9B354AEC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C0867-BAA5-EB45-E8F4-ADCC1A89F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A6E05-69DD-E9B4-57AB-BE1A69231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50D02-4566-030C-677E-1ACD5409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70DD0-F7AF-72EC-6742-CEDA7971A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0535F-C15B-C545-925B-7B2A2B34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0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0530-CCD4-1040-A37F-4CBC3629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16C4A-C5AE-9A6C-FC50-D746A299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04001-FBD8-D093-37D0-0F6A42A34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8FFDD-5566-039B-C37F-3871D27B1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F838D-9AC5-E81E-FBEB-4DB58FE66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18B0D-15F0-C25D-53DA-F24013E4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097FA-0D79-F816-3341-7A26DBD6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1BB288-0919-826F-4B3D-E240A524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5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1A29-983E-040E-35D1-3E8DD1B8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3D4F6-AC20-EACD-775A-45DCD2F8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6764A-4B10-24C4-4E79-C3575EDC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1B5C9-174B-9E6C-9217-B2D06C22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1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E85D0-4C04-9537-1F89-D3BC5E85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BDE0C-40DD-FCDC-675F-E50F879B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1A307-3B88-A5B8-AC6C-6691DFA8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74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C0E34-1F68-2E36-CE98-1D7CDB27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C0328-F198-3B50-AF26-4A50E70B1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4E9A0-39A4-E654-3A56-9A558C48B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BF14E-F410-6B35-3BE7-56AF8030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74474-DB0F-CFCF-D8C4-C972BA52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CBCBA-8A74-3AE1-2798-22BA7AAD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05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4D39-8BB7-385C-77D4-B911EBCE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F3AE2-CB68-FAAC-10CE-AEB6CEACE5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2E1DB-ED06-8899-D0F5-3A4C06A5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81ACA-5B0A-AB79-DEE6-697C9A76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A05E0-A566-9CFC-9E58-7C805649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815BD-F8AF-6DA4-3132-73BC2CA9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91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19B5-000C-634B-848C-C77A4A50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A775C-A7EB-F48B-607B-6592D9CD4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3C9E3-581A-F0E1-3BD8-ADE60CC3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FD4D-0A11-FD00-2668-8F9205D7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BA5E1-A4BA-D188-645F-C11A8D00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82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398BA-74F9-E6F6-4B39-D67AB8643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A3CE5-80A3-7500-FB57-B4EF03467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E14BA-E69C-653C-8869-EFA100BE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B8853-9130-9286-F209-CA7464F5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FB076-672D-E756-0364-A5B731C8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669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478A-055F-5FBD-E5D2-2F7419EC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ED59B-83D0-26FB-98F2-407E2FBA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271AF-374C-A799-7D47-474EC840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6F665-6267-9829-038A-0F64A9BE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1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67843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84CD7-DB69-A990-B7A5-52C0B782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2D1FD-BDB2-9934-4AC7-AC1100D2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5BD75-5E37-73DD-F67F-FA296F394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F78E6-0875-4EC1-B549-F6DAF6C9F69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C5888-8628-8E47-173A-E5D75995D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5A4A-36F8-E16F-A782-5EC18DAC6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60D69-DF20-42A7-84C5-FCB3A9D19C3F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8EF68F-19C4-C4E3-824A-EA4CB0AEDC2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073" y="1809000"/>
            <a:ext cx="7335855" cy="324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8D559A-5BD5-94E8-294A-02C9E4AEB648}"/>
              </a:ext>
            </a:extLst>
          </p:cNvPr>
          <p:cNvSpPr/>
          <p:nvPr userDrawn="1"/>
        </p:nvSpPr>
        <p:spPr>
          <a:xfrm>
            <a:off x="184205" y="175605"/>
            <a:ext cx="11823589" cy="650679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3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616C-64AB-6847-726C-6DA6939FD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867" y="863600"/>
            <a:ext cx="6866467" cy="1824037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</a:t>
            </a:r>
            <a:b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b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4B619-A2C0-F2D2-9DCC-96546C9DD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867" y="2450570"/>
            <a:ext cx="9144000" cy="2299229"/>
          </a:xfrm>
        </p:spPr>
        <p:txBody>
          <a:bodyPr/>
          <a:lstStyle/>
          <a:p>
            <a:pPr algn="l"/>
            <a:r>
              <a:rPr lang="en-IN" sz="4000" b="1" dirty="0">
                <a:solidFill>
                  <a:schemeClr val="accent2"/>
                </a:solidFill>
              </a:rPr>
              <a:t>Amazon Brazil</a:t>
            </a:r>
          </a:p>
          <a:p>
            <a:pPr algn="l"/>
            <a:r>
              <a:rPr lang="en-IN" sz="2800" b="1" dirty="0"/>
              <a:t>SQL Business Case Study</a:t>
            </a:r>
          </a:p>
          <a:p>
            <a:pPr algn="l"/>
            <a:r>
              <a:rPr lang="en-IN" sz="2200" dirty="0">
                <a:solidFill>
                  <a:schemeClr val="accent1"/>
                </a:solidFill>
              </a:rPr>
              <a:t>Turning transactional data into business insights and operational recommendations.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8A220D-6F5D-28B5-47C7-A4473F1D2A6D}"/>
              </a:ext>
            </a:extLst>
          </p:cNvPr>
          <p:cNvSpPr/>
          <p:nvPr/>
        </p:nvSpPr>
        <p:spPr>
          <a:xfrm>
            <a:off x="209550" y="192617"/>
            <a:ext cx="11772899" cy="64727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CD6ACD-BC99-4B22-FEF8-D790B2FEF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886" y="534986"/>
            <a:ext cx="3045552" cy="1345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568C45-DCF3-826E-9FB1-34D7F1AAF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533" y="1880105"/>
            <a:ext cx="4899446" cy="2757404"/>
          </a:xfrm>
          <a:prstGeom prst="rect">
            <a:avLst/>
          </a:prstGeom>
        </p:spPr>
      </p:pic>
      <p:pic>
        <p:nvPicPr>
          <p:cNvPr id="16" name="Graphic 15" descr="Internet with solid fill">
            <a:extLst>
              <a:ext uri="{FF2B5EF4-FFF2-40B4-BE49-F238E27FC236}">
                <a16:creationId xmlns:a16="http://schemas.microsoft.com/office/drawing/2014/main" id="{7313A84E-9D2E-F7E7-E614-3D6F5B065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2611" y="5081056"/>
            <a:ext cx="914400" cy="9144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8" name="Graphic 17" descr="Document with solid fill">
            <a:extLst>
              <a:ext uri="{FF2B5EF4-FFF2-40B4-BE49-F238E27FC236}">
                <a16:creationId xmlns:a16="http://schemas.microsoft.com/office/drawing/2014/main" id="{9071345F-E953-89F7-6DCA-FB6E953A2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7174" y="5116356"/>
            <a:ext cx="914400" cy="9144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2434B433-23BA-3CBC-7B4D-3A72B298D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797" y="5116356"/>
            <a:ext cx="914400" cy="9144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3321E17-BE66-C8F2-5954-BD56661C2351}"/>
              </a:ext>
            </a:extLst>
          </p:cNvPr>
          <p:cNvSpPr txBox="1"/>
          <p:nvPr/>
        </p:nvSpPr>
        <p:spPr>
          <a:xfrm>
            <a:off x="1757071" y="5384425"/>
            <a:ext cx="1850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Fauzan Sadik Kazi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464C56-EB15-55D7-69C7-64B80475D9CA}"/>
              </a:ext>
            </a:extLst>
          </p:cNvPr>
          <p:cNvSpPr txBox="1"/>
          <p:nvPr/>
        </p:nvSpPr>
        <p:spPr>
          <a:xfrm>
            <a:off x="5341324" y="5384425"/>
            <a:ext cx="21807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Dataset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Olist Brazilian 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E-Commerce Dataset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6F558-0888-0930-287D-6E0E601A4E8B}"/>
              </a:ext>
            </a:extLst>
          </p:cNvPr>
          <p:cNvSpPr txBox="1"/>
          <p:nvPr/>
        </p:nvSpPr>
        <p:spPr>
          <a:xfrm>
            <a:off x="8850701" y="5382463"/>
            <a:ext cx="2400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Tools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My SQL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(SQL, Analytics, Visualization)</a:t>
            </a:r>
          </a:p>
        </p:txBody>
      </p:sp>
    </p:spTree>
    <p:extLst>
      <p:ext uri="{BB962C8B-B14F-4D97-AF65-F5344CB8AC3E}">
        <p14:creationId xmlns:p14="http://schemas.microsoft.com/office/powerpoint/2010/main" val="363497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7055-C04C-1A30-6729-1457827E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4304-24A5-D261-583D-7544E79AC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77219"/>
            <a:ext cx="11768667" cy="75411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 AND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270D6-E28F-7DAF-95DA-E2DDDD465109}"/>
              </a:ext>
            </a:extLst>
          </p:cNvPr>
          <p:cNvSpPr txBox="1"/>
          <p:nvPr/>
        </p:nvSpPr>
        <p:spPr>
          <a:xfrm>
            <a:off x="414868" y="881523"/>
            <a:ext cx="737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FA9D15-034D-8360-828F-DB0CE83DA207}"/>
              </a:ext>
            </a:extLst>
          </p:cNvPr>
          <p:cNvSpPr txBox="1"/>
          <p:nvPr/>
        </p:nvSpPr>
        <p:spPr>
          <a:xfrm>
            <a:off x="414868" y="1216640"/>
            <a:ext cx="941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Amazon Brazil is scaling rapidly. The operations and strategy team wants to understand customers, sellers, product categories, payments, reviews and delivery performance to make better business decisions.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801C43-D443-01A6-A187-F57B17FC7EA8}"/>
              </a:ext>
            </a:extLst>
          </p:cNvPr>
          <p:cNvSpPr/>
          <p:nvPr/>
        </p:nvSpPr>
        <p:spPr>
          <a:xfrm>
            <a:off x="510118" y="2367000"/>
            <a:ext cx="2592000" cy="2448000"/>
          </a:xfrm>
          <a:prstGeom prst="roundRect">
            <a:avLst/>
          </a:prstGeom>
          <a:solidFill>
            <a:srgbClr val="FDF1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00BD79-2408-791C-20D9-1974B36CA515}"/>
              </a:ext>
            </a:extLst>
          </p:cNvPr>
          <p:cNvSpPr/>
          <p:nvPr/>
        </p:nvSpPr>
        <p:spPr>
          <a:xfrm>
            <a:off x="9098710" y="2367000"/>
            <a:ext cx="2592000" cy="2448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A3A1DC-8351-FE5C-35A9-77DCCA540363}"/>
              </a:ext>
            </a:extLst>
          </p:cNvPr>
          <p:cNvSpPr/>
          <p:nvPr/>
        </p:nvSpPr>
        <p:spPr>
          <a:xfrm>
            <a:off x="6235846" y="2367000"/>
            <a:ext cx="2592000" cy="2448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B5FB73-CC4E-9342-EA0C-897839D9463E}"/>
              </a:ext>
            </a:extLst>
          </p:cNvPr>
          <p:cNvSpPr/>
          <p:nvPr/>
        </p:nvSpPr>
        <p:spPr>
          <a:xfrm>
            <a:off x="3372982" y="2381250"/>
            <a:ext cx="2592000" cy="2448000"/>
          </a:xfrm>
          <a:prstGeom prst="roundRect">
            <a:avLst/>
          </a:prstGeom>
          <a:solidFill>
            <a:srgbClr val="FDF1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ECB77-7B20-3DB9-DDE7-A4B1CD17B5A2}"/>
              </a:ext>
            </a:extLst>
          </p:cNvPr>
          <p:cNvSpPr txBox="1"/>
          <p:nvPr/>
        </p:nvSpPr>
        <p:spPr>
          <a:xfrm>
            <a:off x="414868" y="4871060"/>
            <a:ext cx="543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Dataset Overview (Olist Brazilian E-Commerce Dataset)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469B5F-AD6D-5D7F-F09E-CE8D23BED43B}"/>
              </a:ext>
            </a:extLst>
          </p:cNvPr>
          <p:cNvSpPr/>
          <p:nvPr/>
        </p:nvSpPr>
        <p:spPr>
          <a:xfrm>
            <a:off x="699629" y="5290605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02C455-2D9A-3E12-D8A4-6B0F0D4A7F22}"/>
              </a:ext>
            </a:extLst>
          </p:cNvPr>
          <p:cNvSpPr/>
          <p:nvPr/>
        </p:nvSpPr>
        <p:spPr>
          <a:xfrm>
            <a:off x="2286627" y="5290607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1BD19D-7171-FD9F-4C5D-4DCFE821EE1E}"/>
              </a:ext>
            </a:extLst>
          </p:cNvPr>
          <p:cNvSpPr/>
          <p:nvPr/>
        </p:nvSpPr>
        <p:spPr>
          <a:xfrm>
            <a:off x="3873625" y="5302269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612D63-0D2B-861C-ABA5-CF2CE483895C}"/>
              </a:ext>
            </a:extLst>
          </p:cNvPr>
          <p:cNvSpPr/>
          <p:nvPr/>
        </p:nvSpPr>
        <p:spPr>
          <a:xfrm>
            <a:off x="5460623" y="5302268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057B600-3654-0D44-7A99-8B79D2106E61}"/>
              </a:ext>
            </a:extLst>
          </p:cNvPr>
          <p:cNvSpPr/>
          <p:nvPr/>
        </p:nvSpPr>
        <p:spPr>
          <a:xfrm>
            <a:off x="7047621" y="5290605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9EDC70-E295-DE8D-232B-92889982E310}"/>
              </a:ext>
            </a:extLst>
          </p:cNvPr>
          <p:cNvSpPr/>
          <p:nvPr/>
        </p:nvSpPr>
        <p:spPr>
          <a:xfrm>
            <a:off x="8634619" y="5302267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E9295C-49C2-D529-2667-D435F8A8E77A}"/>
              </a:ext>
            </a:extLst>
          </p:cNvPr>
          <p:cNvSpPr/>
          <p:nvPr/>
        </p:nvSpPr>
        <p:spPr>
          <a:xfrm>
            <a:off x="10221617" y="5302267"/>
            <a:ext cx="1276350" cy="12668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8" name="Graphic 37" descr="Bar chart with solid fill">
            <a:extLst>
              <a:ext uri="{FF2B5EF4-FFF2-40B4-BE49-F238E27FC236}">
                <a16:creationId xmlns:a16="http://schemas.microsoft.com/office/drawing/2014/main" id="{36366625-E100-779B-513A-16E1FE41E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8918" y="2530466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40" name="Graphic 39" descr="Truck with solid fill">
            <a:extLst>
              <a:ext uri="{FF2B5EF4-FFF2-40B4-BE49-F238E27FC236}">
                <a16:creationId xmlns:a16="http://schemas.microsoft.com/office/drawing/2014/main" id="{2C738BDC-BCBE-43CE-569F-5ECED9A4CB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510" y="2478216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42" name="Graphic 41" descr="Users with solid fill">
            <a:extLst>
              <a:ext uri="{FF2B5EF4-FFF2-40B4-BE49-F238E27FC236}">
                <a16:creationId xmlns:a16="http://schemas.microsoft.com/office/drawing/2014/main" id="{A1FF6D2B-9D21-FEE6-020A-76F054207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1710" y="2513050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44" name="Graphic 43" descr="Gauge with solid fill">
            <a:extLst>
              <a:ext uri="{FF2B5EF4-FFF2-40B4-BE49-F238E27FC236}">
                <a16:creationId xmlns:a16="http://schemas.microsoft.com/office/drawing/2014/main" id="{D7EC7780-A11F-ECF5-E3C7-C7BA15385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8222" y="2446527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9E7EA58-1F4C-65F2-CB37-8A1F28D49B84}"/>
              </a:ext>
            </a:extLst>
          </p:cNvPr>
          <p:cNvSpPr txBox="1"/>
          <p:nvPr/>
        </p:nvSpPr>
        <p:spPr>
          <a:xfrm>
            <a:off x="347133" y="3429000"/>
            <a:ext cx="2995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Revenue &amp; Demand</a:t>
            </a:r>
          </a:p>
          <a:p>
            <a:pPr algn="ctr"/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IN" sz="1500" dirty="0"/>
              <a:t>Which categories grow?</a:t>
            </a:r>
          </a:p>
          <a:p>
            <a:pPr algn="ctr"/>
            <a:r>
              <a:rPr lang="en-IN" sz="1500" dirty="0"/>
              <a:t>When is demand highest?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7FE39-A67B-14AB-1E7C-8AB11E818A04}"/>
              </a:ext>
            </a:extLst>
          </p:cNvPr>
          <p:cNvSpPr txBox="1"/>
          <p:nvPr/>
        </p:nvSpPr>
        <p:spPr>
          <a:xfrm>
            <a:off x="3165166" y="3426203"/>
            <a:ext cx="2995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Seller Performance</a:t>
            </a:r>
          </a:p>
          <a:p>
            <a:pPr algn="ctr"/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IN" sz="1500" dirty="0"/>
              <a:t>Where are sellers active?</a:t>
            </a:r>
          </a:p>
          <a:p>
            <a:pPr algn="ctr"/>
            <a:r>
              <a:rPr lang="en-IN" sz="1500" dirty="0"/>
              <a:t>Who are top performers?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5F88B-8C67-DBE9-DE25-B1BC74AA5AD7}"/>
              </a:ext>
            </a:extLst>
          </p:cNvPr>
          <p:cNvSpPr txBox="1"/>
          <p:nvPr/>
        </p:nvSpPr>
        <p:spPr>
          <a:xfrm>
            <a:off x="6031058" y="3426203"/>
            <a:ext cx="299570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Customer Behaviour</a:t>
            </a:r>
          </a:p>
          <a:p>
            <a:pPr algn="ctr"/>
            <a:r>
              <a:rPr lang="en-IN" sz="1500" dirty="0"/>
              <a:t>How do customers pay and </a:t>
            </a:r>
          </a:p>
          <a:p>
            <a:pPr algn="ctr"/>
            <a:r>
              <a:rPr lang="en-IN" sz="1500" dirty="0"/>
              <a:t>order?</a:t>
            </a:r>
          </a:p>
          <a:p>
            <a:pPr algn="ctr"/>
            <a:r>
              <a:rPr lang="en-IN" sz="1500" dirty="0"/>
              <a:t>Who are high value customers?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B9E7E-7FC7-75C6-4A98-D071F02E4330}"/>
              </a:ext>
            </a:extLst>
          </p:cNvPr>
          <p:cNvSpPr txBox="1"/>
          <p:nvPr/>
        </p:nvSpPr>
        <p:spPr>
          <a:xfrm>
            <a:off x="8896858" y="3431188"/>
            <a:ext cx="2995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Experience &amp; Operations</a:t>
            </a:r>
          </a:p>
          <a:p>
            <a:pPr algn="ctr"/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IN" sz="1500" dirty="0"/>
              <a:t>Which categories grow?</a:t>
            </a:r>
          </a:p>
          <a:p>
            <a:pPr algn="ctr"/>
            <a:r>
              <a:rPr lang="en-IN" sz="1500" dirty="0"/>
              <a:t>When is demand highest?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1A6949-816E-734D-E9F0-A4F01F23ED50}"/>
              </a:ext>
            </a:extLst>
          </p:cNvPr>
          <p:cNvSpPr txBox="1"/>
          <p:nvPr/>
        </p:nvSpPr>
        <p:spPr>
          <a:xfrm>
            <a:off x="4747773" y="1993142"/>
            <a:ext cx="2694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AREAS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EBB90B-5587-87DB-CACF-8739FD4EF637}"/>
              </a:ext>
            </a:extLst>
          </p:cNvPr>
          <p:cNvSpPr/>
          <p:nvPr/>
        </p:nvSpPr>
        <p:spPr>
          <a:xfrm>
            <a:off x="691454" y="5239521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Customers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2186F0A-6A20-8503-50E9-C5F993B9A21B}"/>
              </a:ext>
            </a:extLst>
          </p:cNvPr>
          <p:cNvSpPr/>
          <p:nvPr/>
        </p:nvSpPr>
        <p:spPr>
          <a:xfrm>
            <a:off x="2286561" y="5290605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Orders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40537B9-21D4-38E6-7B62-3343399131E9}"/>
              </a:ext>
            </a:extLst>
          </p:cNvPr>
          <p:cNvSpPr/>
          <p:nvPr/>
        </p:nvSpPr>
        <p:spPr>
          <a:xfrm>
            <a:off x="3878200" y="5290605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Order items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53008D3-81BB-4B32-6F3D-D343FD683206}"/>
              </a:ext>
            </a:extLst>
          </p:cNvPr>
          <p:cNvSpPr/>
          <p:nvPr/>
        </p:nvSpPr>
        <p:spPr>
          <a:xfrm>
            <a:off x="5453866" y="5290605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Products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5482D2F-5762-663D-6990-BF1E7CFEB28C}"/>
              </a:ext>
            </a:extLst>
          </p:cNvPr>
          <p:cNvSpPr/>
          <p:nvPr/>
        </p:nvSpPr>
        <p:spPr>
          <a:xfrm>
            <a:off x="7051821" y="5290605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Sellers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381CB92-FA87-0D94-97F8-0D828C59B58D}"/>
              </a:ext>
            </a:extLst>
          </p:cNvPr>
          <p:cNvSpPr/>
          <p:nvPr/>
        </p:nvSpPr>
        <p:spPr>
          <a:xfrm>
            <a:off x="8638819" y="5290605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Order payments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B72CD4A-F41C-F970-0FFF-4E831B8F2559}"/>
              </a:ext>
            </a:extLst>
          </p:cNvPr>
          <p:cNvSpPr/>
          <p:nvPr/>
        </p:nvSpPr>
        <p:spPr>
          <a:xfrm>
            <a:off x="10221617" y="5290605"/>
            <a:ext cx="1278000" cy="50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Order reviews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E5C9C104-7CE2-5A2B-6E63-648C5E879BDC}"/>
              </a:ext>
            </a:extLst>
          </p:cNvPr>
          <p:cNvSpPr/>
          <p:nvPr/>
        </p:nvSpPr>
        <p:spPr>
          <a:xfrm>
            <a:off x="2048933" y="5792035"/>
            <a:ext cx="135467" cy="197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A8174D2D-3BB2-8887-9F13-E317A435EE38}"/>
              </a:ext>
            </a:extLst>
          </p:cNvPr>
          <p:cNvSpPr/>
          <p:nvPr/>
        </p:nvSpPr>
        <p:spPr>
          <a:xfrm>
            <a:off x="3640864" y="5778985"/>
            <a:ext cx="135467" cy="197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089543BF-13BB-01AF-716A-32FBECF7A3C0}"/>
              </a:ext>
            </a:extLst>
          </p:cNvPr>
          <p:cNvSpPr/>
          <p:nvPr/>
        </p:nvSpPr>
        <p:spPr>
          <a:xfrm>
            <a:off x="5237565" y="5781891"/>
            <a:ext cx="135467" cy="197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095A9CA0-4129-830D-8F51-A6BDFC509BD5}"/>
              </a:ext>
            </a:extLst>
          </p:cNvPr>
          <p:cNvSpPr/>
          <p:nvPr/>
        </p:nvSpPr>
        <p:spPr>
          <a:xfrm>
            <a:off x="6820476" y="5781891"/>
            <a:ext cx="135467" cy="197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605F3D2F-AF83-964B-CF55-FAEA0C76C7C8}"/>
              </a:ext>
            </a:extLst>
          </p:cNvPr>
          <p:cNvSpPr/>
          <p:nvPr/>
        </p:nvSpPr>
        <p:spPr>
          <a:xfrm>
            <a:off x="8407474" y="5781891"/>
            <a:ext cx="135467" cy="197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564CD8-C448-2147-1B27-F098F5A75374}"/>
              </a:ext>
            </a:extLst>
          </p:cNvPr>
          <p:cNvSpPr txBox="1"/>
          <p:nvPr/>
        </p:nvSpPr>
        <p:spPr>
          <a:xfrm>
            <a:off x="691454" y="5918358"/>
            <a:ext cx="11855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Customer_id</a:t>
            </a:r>
            <a:endParaRPr lang="en-IN" sz="1100" dirty="0"/>
          </a:p>
          <a:p>
            <a:pPr algn="ctr"/>
            <a:r>
              <a:rPr lang="en-IN" sz="1100" dirty="0" err="1"/>
              <a:t>Customer_state</a:t>
            </a:r>
            <a:endParaRPr lang="en-IN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1DF97C-065B-B9CE-34CB-C70DD8A426CA}"/>
              </a:ext>
            </a:extLst>
          </p:cNvPr>
          <p:cNvSpPr txBox="1"/>
          <p:nvPr/>
        </p:nvSpPr>
        <p:spPr>
          <a:xfrm>
            <a:off x="2296158" y="5842248"/>
            <a:ext cx="11855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Order_id</a:t>
            </a:r>
            <a:endParaRPr lang="en-IN" sz="1100" dirty="0"/>
          </a:p>
          <a:p>
            <a:pPr algn="ctr"/>
            <a:r>
              <a:rPr lang="en-IN" sz="1100" dirty="0" err="1"/>
              <a:t>Order_dates</a:t>
            </a:r>
            <a:endParaRPr lang="en-IN" sz="1100" dirty="0"/>
          </a:p>
          <a:p>
            <a:pPr algn="ctr"/>
            <a:r>
              <a:rPr lang="en-IN" sz="1100" dirty="0" err="1"/>
              <a:t>Order_status</a:t>
            </a:r>
            <a:endParaRPr lang="en-IN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ED4A5C-B149-E188-7C87-6EA8E791A2D3}"/>
              </a:ext>
            </a:extLst>
          </p:cNvPr>
          <p:cNvSpPr txBox="1"/>
          <p:nvPr/>
        </p:nvSpPr>
        <p:spPr>
          <a:xfrm>
            <a:off x="3919016" y="5853912"/>
            <a:ext cx="11855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Order_id</a:t>
            </a:r>
            <a:endParaRPr lang="en-IN" sz="1100" dirty="0"/>
          </a:p>
          <a:p>
            <a:pPr algn="ctr"/>
            <a:r>
              <a:rPr lang="en-IN" sz="1100" dirty="0" err="1"/>
              <a:t>Product_id</a:t>
            </a:r>
            <a:endParaRPr lang="en-IN" sz="1100" dirty="0"/>
          </a:p>
          <a:p>
            <a:pPr algn="ctr"/>
            <a:r>
              <a:rPr lang="en-IN" sz="1100" dirty="0" err="1"/>
              <a:t>Seller_id</a:t>
            </a:r>
            <a:endParaRPr lang="en-IN" sz="11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A7AE92-FF7E-545B-9996-5D99E549379D}"/>
              </a:ext>
            </a:extLst>
          </p:cNvPr>
          <p:cNvSpPr txBox="1"/>
          <p:nvPr/>
        </p:nvSpPr>
        <p:spPr>
          <a:xfrm>
            <a:off x="5515532" y="5787610"/>
            <a:ext cx="12132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Product_id</a:t>
            </a:r>
            <a:endParaRPr lang="en-IN" sz="1100" dirty="0"/>
          </a:p>
          <a:p>
            <a:pPr algn="ctr"/>
            <a:r>
              <a:rPr lang="en-IN" sz="1100" dirty="0" err="1"/>
              <a:t>Product_category</a:t>
            </a:r>
            <a:endParaRPr lang="en-IN" sz="1100" dirty="0"/>
          </a:p>
          <a:p>
            <a:pPr algn="ctr"/>
            <a:r>
              <a:rPr lang="en-IN" sz="1100" dirty="0" err="1"/>
              <a:t>Product_name</a:t>
            </a:r>
            <a:endParaRPr lang="en-IN" sz="11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14EE46-7C76-E9FF-B360-C24002F9E4DF}"/>
              </a:ext>
            </a:extLst>
          </p:cNvPr>
          <p:cNvSpPr txBox="1"/>
          <p:nvPr/>
        </p:nvSpPr>
        <p:spPr>
          <a:xfrm>
            <a:off x="7093012" y="5924017"/>
            <a:ext cx="11855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seller_id</a:t>
            </a:r>
            <a:endParaRPr lang="en-IN" sz="1100" dirty="0"/>
          </a:p>
          <a:p>
            <a:pPr algn="ctr"/>
            <a:r>
              <a:rPr lang="en-IN" sz="1100" dirty="0" err="1"/>
              <a:t>seller_state</a:t>
            </a:r>
            <a:endParaRPr lang="en-IN" sz="11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CFFA7E-CFBC-C4AC-0BA0-0E7E23CE0138}"/>
              </a:ext>
            </a:extLst>
          </p:cNvPr>
          <p:cNvSpPr txBox="1"/>
          <p:nvPr/>
        </p:nvSpPr>
        <p:spPr>
          <a:xfrm>
            <a:off x="8680010" y="5890781"/>
            <a:ext cx="11855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order_id</a:t>
            </a:r>
            <a:endParaRPr lang="en-IN" sz="1100" dirty="0"/>
          </a:p>
          <a:p>
            <a:pPr algn="ctr"/>
            <a:r>
              <a:rPr lang="en-IN" sz="1100" dirty="0" err="1"/>
              <a:t>Payment_type</a:t>
            </a:r>
            <a:endParaRPr lang="en-IN" sz="1100" dirty="0"/>
          </a:p>
          <a:p>
            <a:pPr algn="ctr"/>
            <a:r>
              <a:rPr lang="en-IN" sz="1100" dirty="0" err="1"/>
              <a:t>Payment_value</a:t>
            </a:r>
            <a:endParaRPr lang="en-IN" sz="11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0C95B4-F93F-8174-5A4B-C51D28960A45}"/>
              </a:ext>
            </a:extLst>
          </p:cNvPr>
          <p:cNvSpPr txBox="1"/>
          <p:nvPr/>
        </p:nvSpPr>
        <p:spPr>
          <a:xfrm>
            <a:off x="10267008" y="5875385"/>
            <a:ext cx="11855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/>
              <a:t>order_id</a:t>
            </a:r>
            <a:endParaRPr lang="en-IN" sz="1100" dirty="0"/>
          </a:p>
          <a:p>
            <a:pPr algn="ctr"/>
            <a:r>
              <a:rPr lang="en-IN" sz="1100" dirty="0" err="1"/>
              <a:t>review_score</a:t>
            </a:r>
            <a:endParaRPr lang="en-IN" sz="1100" dirty="0"/>
          </a:p>
          <a:p>
            <a:pPr algn="ctr"/>
            <a:r>
              <a:rPr lang="en-IN" sz="1100" dirty="0" err="1"/>
              <a:t>review_date</a:t>
            </a:r>
            <a:endParaRPr lang="en-IN" sz="11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A2C5A2C-0B66-D3C7-DA4E-04419634F20E}"/>
              </a:ext>
            </a:extLst>
          </p:cNvPr>
          <p:cNvSpPr/>
          <p:nvPr/>
        </p:nvSpPr>
        <p:spPr>
          <a:xfrm>
            <a:off x="9994253" y="5792035"/>
            <a:ext cx="135467" cy="197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1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A733-7761-FEC4-F51E-334B8340F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034B-E32F-85AC-F5B6-6812F8A9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CATEGORY PERFORMANCE</a:t>
            </a:r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A63FC461-06AA-7CD3-4465-C917F63653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81633443"/>
              </p:ext>
            </p:extLst>
          </p:nvPr>
        </p:nvGraphicFramePr>
        <p:xfrm>
          <a:off x="295275" y="1398589"/>
          <a:ext cx="5724525" cy="2741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A991A2-69F2-4869-1E80-29972818ED6D}"/>
              </a:ext>
            </a:extLst>
          </p:cNvPr>
          <p:cNvSpPr txBox="1"/>
          <p:nvPr/>
        </p:nvSpPr>
        <p:spPr>
          <a:xfrm>
            <a:off x="1427201" y="936823"/>
            <a:ext cx="4003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Categories by Revenue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3AE159-6F76-9004-1186-582EE1A8560F}"/>
              </a:ext>
            </a:extLst>
          </p:cNvPr>
          <p:cNvSpPr txBox="1"/>
          <p:nvPr/>
        </p:nvSpPr>
        <p:spPr>
          <a:xfrm>
            <a:off x="6452111" y="936823"/>
            <a:ext cx="4621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 Revenue by Category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443EE5-68C4-F7FD-F3D9-2F04376B4BFF}"/>
              </a:ext>
            </a:extLst>
          </p:cNvPr>
          <p:cNvSpPr/>
          <p:nvPr/>
        </p:nvSpPr>
        <p:spPr>
          <a:xfrm>
            <a:off x="365360" y="4140201"/>
            <a:ext cx="5504392" cy="2436064"/>
          </a:xfrm>
          <a:prstGeom prst="roundRect">
            <a:avLst/>
          </a:prstGeom>
          <a:solidFill>
            <a:srgbClr val="FDF1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54173-D343-2B31-22A0-6AB798E00B7B}"/>
              </a:ext>
            </a:extLst>
          </p:cNvPr>
          <p:cNvSpPr txBox="1"/>
          <p:nvPr/>
        </p:nvSpPr>
        <p:spPr>
          <a:xfrm>
            <a:off x="567267" y="4204071"/>
            <a:ext cx="47703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SELECT</a:t>
            </a:r>
            <a:r>
              <a:rPr lang="en-US" sz="1600" dirty="0"/>
              <a:t>  </a:t>
            </a:r>
            <a:r>
              <a:rPr lang="en-US" sz="1600" dirty="0" err="1"/>
              <a:t>p.product_category_name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C00000"/>
                </a:solidFill>
              </a:rPr>
              <a:t>ROUND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C00000"/>
                </a:solidFill>
              </a:rPr>
              <a:t>SUM</a:t>
            </a:r>
            <a:r>
              <a:rPr lang="en-US" sz="1600" dirty="0"/>
              <a:t>(</a:t>
            </a:r>
            <a:r>
              <a:rPr lang="en-US" sz="1600" dirty="0" err="1"/>
              <a:t>oi.price</a:t>
            </a:r>
            <a:r>
              <a:rPr lang="en-US" sz="1600" dirty="0"/>
              <a:t>), 2) 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total_revenue</a:t>
            </a:r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</a:rPr>
              <a:t>FROM</a:t>
            </a:r>
            <a:r>
              <a:rPr lang="en-US" sz="1600" dirty="0"/>
              <a:t> products </a:t>
            </a:r>
            <a:r>
              <a:rPr lang="en-US" sz="1600" dirty="0">
                <a:solidFill>
                  <a:schemeClr val="accent1"/>
                </a:solidFill>
              </a:rPr>
              <a:t>AS</a:t>
            </a:r>
            <a:r>
              <a:rPr lang="en-US" sz="1600" dirty="0"/>
              <a:t> p 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JOIN</a:t>
            </a:r>
            <a:r>
              <a:rPr lang="en-US" sz="1600" dirty="0"/>
              <a:t> </a:t>
            </a:r>
            <a:r>
              <a:rPr lang="en-US" sz="1600" dirty="0" err="1"/>
              <a:t>order_items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AS</a:t>
            </a:r>
            <a:r>
              <a:rPr lang="en-US" sz="1600" dirty="0"/>
              <a:t> oi  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chemeClr val="accent1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p.product_id</a:t>
            </a:r>
            <a:r>
              <a:rPr lang="en-US" sz="1600" dirty="0"/>
              <a:t> = </a:t>
            </a:r>
            <a:r>
              <a:rPr lang="en-US" sz="1600" dirty="0" err="1"/>
              <a:t>oi.product_id</a:t>
            </a:r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</a:rPr>
              <a:t>GROUP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BY</a:t>
            </a:r>
            <a:r>
              <a:rPr lang="en-US" sz="1600" dirty="0"/>
              <a:t> </a:t>
            </a:r>
            <a:r>
              <a:rPr lang="en-US" sz="1600" dirty="0" err="1"/>
              <a:t>p.product_category_name</a:t>
            </a:r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</a:rPr>
              <a:t>ORDER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BY</a:t>
            </a:r>
            <a:r>
              <a:rPr lang="en-US" sz="1600" dirty="0"/>
              <a:t> </a:t>
            </a:r>
            <a:r>
              <a:rPr lang="en-US" sz="1600" dirty="0" err="1"/>
              <a:t>total_revenue</a:t>
            </a:r>
            <a:r>
              <a:rPr lang="en-US" sz="1600" dirty="0"/>
              <a:t> DESC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LIMIT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5</a:t>
            </a:r>
            <a:r>
              <a:rPr lang="en-US" sz="1600" dirty="0"/>
              <a:t>;</a:t>
            </a:r>
            <a:endParaRPr lang="en-IN" sz="1600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DB5DA5C-6E9C-310F-37C0-38C63C6F939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56162156"/>
              </p:ext>
            </p:extLst>
          </p:nvPr>
        </p:nvGraphicFramePr>
        <p:xfrm>
          <a:off x="6172199" y="1398489"/>
          <a:ext cx="5724525" cy="27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A86850-E5DD-64E5-8F20-C723BD759A3B}"/>
              </a:ext>
            </a:extLst>
          </p:cNvPr>
          <p:cNvSpPr/>
          <p:nvPr/>
        </p:nvSpPr>
        <p:spPr>
          <a:xfrm>
            <a:off x="6188604" y="4140201"/>
            <a:ext cx="5504392" cy="2437200"/>
          </a:xfrm>
          <a:prstGeom prst="roundRect">
            <a:avLst/>
          </a:prstGeom>
          <a:solidFill>
            <a:srgbClr val="FDF1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2AEDD-3B26-3F64-0415-3E8657B2360D}"/>
              </a:ext>
            </a:extLst>
          </p:cNvPr>
          <p:cNvSpPr txBox="1"/>
          <p:nvPr/>
        </p:nvSpPr>
        <p:spPr>
          <a:xfrm>
            <a:off x="6322240" y="4347742"/>
            <a:ext cx="5504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“In this query, I used a recursive </a:t>
            </a:r>
            <a:r>
              <a:rPr lang="en-US" i="1" dirty="0">
                <a:solidFill>
                  <a:schemeClr val="accent1"/>
                </a:solidFill>
              </a:rPr>
              <a:t>CTE</a:t>
            </a:r>
            <a:r>
              <a:rPr lang="en-US" i="1" dirty="0"/>
              <a:t> to generate all 12 months. Then I identified the top five product categories based on total revenue. I used </a:t>
            </a:r>
            <a:r>
              <a:rPr lang="en-US" i="1" dirty="0">
                <a:solidFill>
                  <a:schemeClr val="accent1"/>
                </a:solidFill>
              </a:rPr>
              <a:t>JOINS</a:t>
            </a:r>
            <a:r>
              <a:rPr lang="en-US" i="1" dirty="0"/>
              <a:t> to combine order, product and revenue data, and </a:t>
            </a:r>
            <a:r>
              <a:rPr lang="en-US" i="1" dirty="0">
                <a:solidFill>
                  <a:schemeClr val="accent1"/>
                </a:solidFill>
              </a:rPr>
              <a:t>COALESCE</a:t>
            </a:r>
            <a:r>
              <a:rPr lang="en-US" i="1" dirty="0"/>
              <a:t> to handle months with no sales. Finally, I applied a window function to calculate the cumulative revenue for each category over the months”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10860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62B3-78E0-387B-665E-8CD5C63A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7856-A783-CA82-D591-7650A348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&amp; PAYMENT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208A6-5812-A214-13C3-F3934830E984}"/>
              </a:ext>
            </a:extLst>
          </p:cNvPr>
          <p:cNvSpPr txBox="1"/>
          <p:nvPr/>
        </p:nvSpPr>
        <p:spPr>
          <a:xfrm>
            <a:off x="1956879" y="931664"/>
            <a:ext cx="7088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Used Payment Method &amp; Average Order Value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933E26D-BE40-2E00-C80F-21AEE6345D59}"/>
              </a:ext>
            </a:extLst>
          </p:cNvPr>
          <p:cNvSpPr/>
          <p:nvPr/>
        </p:nvSpPr>
        <p:spPr>
          <a:xfrm>
            <a:off x="8118334" y="1443814"/>
            <a:ext cx="3699423" cy="2470779"/>
          </a:xfrm>
          <a:prstGeom prst="roundRect">
            <a:avLst/>
          </a:prstGeom>
          <a:solidFill>
            <a:srgbClr val="FDF1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D72EC9C-75CF-9009-1ABC-3F7DCA5F62A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97932212"/>
              </p:ext>
            </p:extLst>
          </p:nvPr>
        </p:nvGraphicFramePr>
        <p:xfrm>
          <a:off x="398444" y="1398487"/>
          <a:ext cx="7120468" cy="2897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8C0F6B96-B5C0-B3F3-8C7D-0EC33343C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6779" y="1721598"/>
            <a:ext cx="861774" cy="94540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26A707-6298-F52B-A6A9-2A1606367F87}"/>
              </a:ext>
            </a:extLst>
          </p:cNvPr>
          <p:cNvSpPr txBox="1"/>
          <p:nvPr/>
        </p:nvSpPr>
        <p:spPr>
          <a:xfrm>
            <a:off x="9431867" y="2814152"/>
            <a:ext cx="250613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Amount Spent</a:t>
            </a:r>
          </a:p>
          <a:p>
            <a:r>
              <a:rPr lang="en-IN" sz="3400" b="1" dirty="0">
                <a:solidFill>
                  <a:schemeClr val="accent2"/>
                </a:solidFill>
              </a:rPr>
              <a:t>$13,664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0F824-FBD9-46EE-1375-C761C13B7E74}"/>
              </a:ext>
            </a:extLst>
          </p:cNvPr>
          <p:cNvSpPr txBox="1"/>
          <p:nvPr/>
        </p:nvSpPr>
        <p:spPr>
          <a:xfrm>
            <a:off x="9431867" y="1721599"/>
            <a:ext cx="2175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Customer id:</a:t>
            </a:r>
          </a:p>
          <a:p>
            <a:r>
              <a:rPr lang="en-IN" dirty="0"/>
              <a:t>1617b1357756262bfa56ab541c47bc16</a:t>
            </a:r>
          </a:p>
          <a:p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511D736-540B-C5DC-B970-C1362B36BE9F}"/>
              </a:ext>
            </a:extLst>
          </p:cNvPr>
          <p:cNvSpPr/>
          <p:nvPr/>
        </p:nvSpPr>
        <p:spPr>
          <a:xfrm>
            <a:off x="8142537" y="4074799"/>
            <a:ext cx="3699423" cy="2470779"/>
          </a:xfrm>
          <a:prstGeom prst="roundRect">
            <a:avLst/>
          </a:prstGeom>
          <a:solidFill>
            <a:srgbClr val="FDF1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40812B-7E77-F59B-E9B3-9F46B5D289A7}"/>
              </a:ext>
            </a:extLst>
          </p:cNvPr>
          <p:cNvSpPr txBox="1"/>
          <p:nvPr/>
        </p:nvSpPr>
        <p:spPr>
          <a:xfrm>
            <a:off x="8286981" y="4197023"/>
            <a:ext cx="36510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Most used payment: </a:t>
            </a:r>
            <a:r>
              <a:rPr lang="en-IN" dirty="0">
                <a:solidFill>
                  <a:schemeClr val="accent2"/>
                </a:solidFill>
              </a:rPr>
              <a:t>Credit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Average order value: </a:t>
            </a:r>
            <a:r>
              <a:rPr lang="en-IN" dirty="0">
                <a:solidFill>
                  <a:schemeClr val="accent2"/>
                </a:solidFill>
              </a:rPr>
              <a:t>163.94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spending Customer:</a:t>
            </a:r>
            <a:r>
              <a:rPr lang="en-IN" dirty="0">
                <a:solidFill>
                  <a:schemeClr val="accent2"/>
                </a:solidFill>
              </a:rPr>
              <a:t>13,664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State with highest order frequency: </a:t>
            </a:r>
            <a:r>
              <a:rPr lang="en-IN" dirty="0">
                <a:solidFill>
                  <a:schemeClr val="accent2"/>
                </a:solidFill>
              </a:rPr>
              <a:t>SP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97035A8-6DB3-A366-7B61-C32B13D52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5446"/>
              </p:ext>
            </p:extLst>
          </p:nvPr>
        </p:nvGraphicFramePr>
        <p:xfrm>
          <a:off x="398444" y="4356513"/>
          <a:ext cx="7120468" cy="218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117">
                  <a:extLst>
                    <a:ext uri="{9D8B030D-6E8A-4147-A177-3AD203B41FA5}">
                      <a16:colId xmlns:a16="http://schemas.microsoft.com/office/drawing/2014/main" val="3015766499"/>
                    </a:ext>
                  </a:extLst>
                </a:gridCol>
                <a:gridCol w="1780117">
                  <a:extLst>
                    <a:ext uri="{9D8B030D-6E8A-4147-A177-3AD203B41FA5}">
                      <a16:colId xmlns:a16="http://schemas.microsoft.com/office/drawing/2014/main" val="959855018"/>
                    </a:ext>
                  </a:extLst>
                </a:gridCol>
                <a:gridCol w="1780117">
                  <a:extLst>
                    <a:ext uri="{9D8B030D-6E8A-4147-A177-3AD203B41FA5}">
                      <a16:colId xmlns:a16="http://schemas.microsoft.com/office/drawing/2014/main" val="2258581058"/>
                    </a:ext>
                  </a:extLst>
                </a:gridCol>
                <a:gridCol w="1780117">
                  <a:extLst>
                    <a:ext uri="{9D8B030D-6E8A-4147-A177-3AD203B41FA5}">
                      <a16:colId xmlns:a16="http://schemas.microsoft.com/office/drawing/2014/main" val="153169024"/>
                    </a:ext>
                  </a:extLst>
                </a:gridCol>
              </a:tblGrid>
              <a:tr h="6662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customers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orders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 orders per customer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85598"/>
                  </a:ext>
                </a:extLst>
              </a:tr>
              <a:tr h="380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40302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41746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948748"/>
                  </a:ext>
                </a:extLst>
              </a:tr>
              <a:tr h="380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12384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83925"/>
                  </a:ext>
                </a:extLst>
              </a:tr>
              <a:tr h="380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32191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33208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069158"/>
                  </a:ext>
                </a:extLst>
              </a:tr>
              <a:tr h="380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11259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11635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16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07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7BB5-43A9-DD39-E24A-716AE4C8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85EB-A95A-5675-9BAD-9D8FC059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 Performance &amp; Regional Fulfilment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98028-E65B-1194-58B3-E705EF351DB0}"/>
              </a:ext>
            </a:extLst>
          </p:cNvPr>
          <p:cNvSpPr txBox="1"/>
          <p:nvPr/>
        </p:nvSpPr>
        <p:spPr>
          <a:xfrm>
            <a:off x="966279" y="880500"/>
            <a:ext cx="4362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Fulfilled by Seller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B5EF88-C91E-9477-78AE-2C8E685B29C1}"/>
              </a:ext>
            </a:extLst>
          </p:cNvPr>
          <p:cNvSpPr txBox="1"/>
          <p:nvPr/>
        </p:nvSpPr>
        <p:spPr>
          <a:xfrm>
            <a:off x="6606846" y="880500"/>
            <a:ext cx="5291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Sellers with more Orders than Average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22418D-4397-2F1B-21E7-6AA605803DE8}"/>
              </a:ext>
            </a:extLst>
          </p:cNvPr>
          <p:cNvSpPr/>
          <p:nvPr/>
        </p:nvSpPr>
        <p:spPr>
          <a:xfrm>
            <a:off x="7549931" y="4140943"/>
            <a:ext cx="3699423" cy="2470779"/>
          </a:xfrm>
          <a:prstGeom prst="roundRect">
            <a:avLst/>
          </a:prstGeom>
          <a:solidFill>
            <a:srgbClr val="FDF1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3E64D-D520-C642-E0D1-8CFEEA58606F}"/>
              </a:ext>
            </a:extLst>
          </p:cNvPr>
          <p:cNvSpPr txBox="1"/>
          <p:nvPr/>
        </p:nvSpPr>
        <p:spPr>
          <a:xfrm>
            <a:off x="7702781" y="4719679"/>
            <a:ext cx="36510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Seller State: </a:t>
            </a:r>
            <a:r>
              <a:rPr lang="en-IN" dirty="0">
                <a:solidFill>
                  <a:schemeClr val="accent2"/>
                </a:solidFill>
              </a:rPr>
              <a:t>SP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order per Seller: </a:t>
            </a:r>
            <a:r>
              <a:rPr lang="en-IN" dirty="0">
                <a:solidFill>
                  <a:schemeClr val="accent2"/>
                </a:solidFill>
              </a:rPr>
              <a:t>32.31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of above Average Sellers:</a:t>
            </a:r>
            <a:r>
              <a:rPr lang="en-IN" dirty="0">
                <a:solidFill>
                  <a:schemeClr val="accent2"/>
                </a:solidFill>
              </a:rPr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Sellers with no orders: </a:t>
            </a:r>
            <a:r>
              <a:rPr lang="en-IN" dirty="0">
                <a:solidFill>
                  <a:schemeClr val="accent2"/>
                </a:solidFill>
              </a:rPr>
              <a:t>0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03DF573-48A7-F2AD-0824-5BF43D36067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97014531"/>
              </p:ext>
            </p:extLst>
          </p:nvPr>
        </p:nvGraphicFramePr>
        <p:xfrm>
          <a:off x="355600" y="1286933"/>
          <a:ext cx="5858753" cy="2663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46330B51-8E97-EC96-81DF-C8CFE3C1CD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8214956"/>
              </p:ext>
            </p:extLst>
          </p:nvPr>
        </p:nvGraphicFramePr>
        <p:xfrm>
          <a:off x="6860846" y="765729"/>
          <a:ext cx="4258672" cy="3355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559A35B-D093-E644-1DA8-8EE48A6CBDFD}"/>
              </a:ext>
            </a:extLst>
          </p:cNvPr>
          <p:cNvSpPr txBox="1"/>
          <p:nvPr/>
        </p:nvSpPr>
        <p:spPr>
          <a:xfrm>
            <a:off x="355600" y="4016422"/>
            <a:ext cx="591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20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Sellers with no Orders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Graphic 23" descr="Home with solid fill">
            <a:extLst>
              <a:ext uri="{FF2B5EF4-FFF2-40B4-BE49-F238E27FC236}">
                <a16:creationId xmlns:a16="http://schemas.microsoft.com/office/drawing/2014/main" id="{4E0E99B6-52E1-1A2C-006E-D2C8B56E0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" y="4919133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E59584-4B15-3F9D-0C6C-6F602D8A0BDA}"/>
              </a:ext>
            </a:extLst>
          </p:cNvPr>
          <p:cNvSpPr/>
          <p:nvPr/>
        </p:nvSpPr>
        <p:spPr>
          <a:xfrm>
            <a:off x="2154991" y="4756454"/>
            <a:ext cx="3564467" cy="14813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Total Sellers With Zero Orders</a:t>
            </a:r>
          </a:p>
          <a:p>
            <a:pPr algn="ctr"/>
            <a:r>
              <a:rPr lang="en-IN" sz="3400" dirty="0">
                <a:solidFill>
                  <a:schemeClr val="accent2"/>
                </a:solidFill>
              </a:rPr>
              <a:t>0</a:t>
            </a:r>
          </a:p>
          <a:p>
            <a:endParaRPr lang="en-IN" dirty="0"/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76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235F2-A3A6-9EAA-8BDA-80D72E39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6016-2A12-87D8-100A-F2BE9887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Performance &amp; Customer Satisfaction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DC548-E996-F5DB-4194-8FAAFB7EAC62}"/>
              </a:ext>
            </a:extLst>
          </p:cNvPr>
          <p:cNvSpPr txBox="1"/>
          <p:nvPr/>
        </p:nvSpPr>
        <p:spPr>
          <a:xfrm>
            <a:off x="966279" y="880500"/>
            <a:ext cx="5338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Review Score by Product Category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CA03D-22D7-1237-E3D0-751CEB58AFEC}"/>
              </a:ext>
            </a:extLst>
          </p:cNvPr>
          <p:cNvSpPr txBox="1"/>
          <p:nvPr/>
        </p:nvSpPr>
        <p:spPr>
          <a:xfrm>
            <a:off x="6606846" y="880500"/>
            <a:ext cx="5260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Review Score by Destination State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9A7FB7-1121-0568-E8DE-DD82162A1527}"/>
              </a:ext>
            </a:extLst>
          </p:cNvPr>
          <p:cNvSpPr/>
          <p:nvPr/>
        </p:nvSpPr>
        <p:spPr>
          <a:xfrm>
            <a:off x="7549931" y="4140943"/>
            <a:ext cx="3699423" cy="24707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6AEDC-9402-F8D0-3609-99C367440B77}"/>
              </a:ext>
            </a:extLst>
          </p:cNvPr>
          <p:cNvSpPr txBox="1"/>
          <p:nvPr/>
        </p:nvSpPr>
        <p:spPr>
          <a:xfrm>
            <a:off x="7702781" y="4719679"/>
            <a:ext cx="3651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Lowest Scoring Category: </a:t>
            </a:r>
          </a:p>
          <a:p>
            <a:r>
              <a:rPr lang="en-IN" dirty="0">
                <a:solidFill>
                  <a:schemeClr val="accent2"/>
                </a:solidFill>
              </a:rPr>
              <a:t>     seguros e servicos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Scoring State: </a:t>
            </a:r>
            <a:r>
              <a:rPr lang="en-IN" dirty="0">
                <a:solidFill>
                  <a:schemeClr val="accent2"/>
                </a:solidFill>
              </a:rPr>
              <a:t>SP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005793A7-9DDB-7F15-C067-A086FA2D9B1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49593322"/>
              </p:ext>
            </p:extLst>
          </p:nvPr>
        </p:nvGraphicFramePr>
        <p:xfrm>
          <a:off x="355600" y="1286933"/>
          <a:ext cx="5858753" cy="2663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4DF6930B-B727-6CDB-CACB-12BD038A2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957166"/>
              </p:ext>
            </p:extLst>
          </p:nvPr>
        </p:nvGraphicFramePr>
        <p:xfrm>
          <a:off x="6860846" y="765729"/>
          <a:ext cx="4258672" cy="3355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F92EE5-4E39-3C8F-CC7F-60DC409EA674}"/>
              </a:ext>
            </a:extLst>
          </p:cNvPr>
          <p:cNvSpPr txBox="1"/>
          <p:nvPr/>
        </p:nvSpPr>
        <p:spPr>
          <a:xfrm>
            <a:off x="296153" y="3698580"/>
            <a:ext cx="591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20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Snippets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C23E458-3B62-D42C-610A-3DA7D5E29D25}"/>
              </a:ext>
            </a:extLst>
          </p:cNvPr>
          <p:cNvSpPr/>
          <p:nvPr/>
        </p:nvSpPr>
        <p:spPr>
          <a:xfrm>
            <a:off x="296153" y="4160587"/>
            <a:ext cx="7035980" cy="24157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E075A-54C6-347A-CCD9-D87910AE4EBB}"/>
              </a:ext>
            </a:extLst>
          </p:cNvPr>
          <p:cNvSpPr txBox="1"/>
          <p:nvPr/>
        </p:nvSpPr>
        <p:spPr>
          <a:xfrm>
            <a:off x="418519" y="4176003"/>
            <a:ext cx="646362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WITH</a:t>
            </a:r>
            <a:r>
              <a:rPr lang="en-US" sz="1500" dirty="0"/>
              <a:t> </a:t>
            </a:r>
            <a:r>
              <a:rPr lang="en-US" sz="1500" dirty="0" err="1"/>
              <a:t>order_category_reviews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( </a:t>
            </a:r>
            <a:r>
              <a:rPr lang="en-US" sz="1500" dirty="0">
                <a:solidFill>
                  <a:schemeClr val="accent1"/>
                </a:solidFill>
              </a:rPr>
              <a:t>SELECT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DISTINCT</a:t>
            </a:r>
            <a:r>
              <a:rPr lang="en-US" sz="1500" dirty="0"/>
              <a:t>        </a:t>
            </a:r>
            <a:r>
              <a:rPr lang="en-US" sz="1500" dirty="0" err="1"/>
              <a:t>order_items.order_id</a:t>
            </a:r>
            <a:r>
              <a:rPr lang="en-US" sz="1500" dirty="0"/>
              <a:t>,        </a:t>
            </a:r>
            <a:r>
              <a:rPr lang="en-US" sz="1500" dirty="0" err="1"/>
              <a:t>products.product_category_name</a:t>
            </a:r>
            <a:r>
              <a:rPr lang="en-US" sz="1500" dirty="0"/>
              <a:t>,  </a:t>
            </a:r>
            <a:r>
              <a:rPr lang="en-US" sz="1500" dirty="0" err="1"/>
              <a:t>order_reviews.review_score</a:t>
            </a:r>
            <a:r>
              <a:rPr lang="en-US" sz="1500" dirty="0"/>
              <a:t>    </a:t>
            </a:r>
            <a:r>
              <a:rPr lang="en-US" sz="1500" dirty="0">
                <a:solidFill>
                  <a:schemeClr val="accent1"/>
                </a:solidFill>
              </a:rPr>
              <a:t>FROM</a:t>
            </a:r>
            <a:r>
              <a:rPr lang="en-US" sz="1500" dirty="0"/>
              <a:t> </a:t>
            </a:r>
            <a:r>
              <a:rPr lang="en-US" sz="1500" dirty="0" err="1"/>
              <a:t>order_items</a:t>
            </a:r>
            <a:r>
              <a:rPr lang="en-US" sz="1500" dirty="0"/>
              <a:t>   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JOIN</a:t>
            </a:r>
            <a:r>
              <a:rPr lang="en-US" sz="1500" dirty="0"/>
              <a:t> products </a:t>
            </a:r>
            <a:r>
              <a:rPr lang="en-US" sz="1500" dirty="0">
                <a:solidFill>
                  <a:schemeClr val="accent1"/>
                </a:solidFill>
              </a:rPr>
              <a:t>ON</a:t>
            </a:r>
            <a:r>
              <a:rPr lang="en-US" sz="1500" dirty="0"/>
              <a:t> </a:t>
            </a:r>
            <a:r>
              <a:rPr lang="en-US" sz="1500" dirty="0" err="1"/>
              <a:t>order_items.product_id</a:t>
            </a:r>
            <a:r>
              <a:rPr lang="en-US" sz="1500" dirty="0"/>
              <a:t> = </a:t>
            </a:r>
            <a:r>
              <a:rPr lang="en-US" sz="1500" dirty="0" err="1"/>
              <a:t>products.product_id</a:t>
            </a:r>
            <a:r>
              <a:rPr lang="en-US" sz="1500" dirty="0"/>
              <a:t>   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JOIN</a:t>
            </a:r>
            <a:r>
              <a:rPr lang="en-US" sz="1500" dirty="0"/>
              <a:t> </a:t>
            </a:r>
            <a:r>
              <a:rPr lang="en-US" sz="1500" dirty="0" err="1"/>
              <a:t>order_reviews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ON</a:t>
            </a:r>
            <a:r>
              <a:rPr lang="en-US" sz="1500" dirty="0"/>
              <a:t> </a:t>
            </a:r>
            <a:r>
              <a:rPr lang="en-US" sz="1500" dirty="0" err="1"/>
              <a:t>order_items.order_id</a:t>
            </a:r>
            <a:r>
              <a:rPr lang="en-US" sz="1500" dirty="0"/>
              <a:t> = </a:t>
            </a:r>
            <a:r>
              <a:rPr lang="en-US" sz="1500" dirty="0" err="1"/>
              <a:t>order_reviews.order_id</a:t>
            </a:r>
            <a:r>
              <a:rPr lang="en-US" sz="1500" dirty="0"/>
              <a:t>) </a:t>
            </a:r>
            <a:r>
              <a:rPr lang="en-US" sz="1500" dirty="0">
                <a:solidFill>
                  <a:schemeClr val="accent1"/>
                </a:solidFill>
              </a:rPr>
              <a:t>SELECT</a:t>
            </a:r>
            <a:r>
              <a:rPr lang="en-US" sz="1500" dirty="0"/>
              <a:t>    </a:t>
            </a:r>
            <a:r>
              <a:rPr lang="en-US" sz="1500" dirty="0" err="1"/>
              <a:t>Product_category_name</a:t>
            </a:r>
            <a:r>
              <a:rPr lang="en-US" sz="1500" dirty="0"/>
              <a:t>,   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ROUND</a:t>
            </a:r>
            <a:r>
              <a:rPr lang="en-US" sz="1500" dirty="0"/>
              <a:t>(AVG(</a:t>
            </a:r>
            <a:r>
              <a:rPr lang="en-US" sz="1500" dirty="0" err="1"/>
              <a:t>review_score</a:t>
            </a:r>
            <a:r>
              <a:rPr lang="en-US" sz="1500" dirty="0"/>
              <a:t>), </a:t>
            </a:r>
            <a:r>
              <a:rPr lang="en-US" sz="1500" dirty="0">
                <a:solidFill>
                  <a:srgbClr val="C00000"/>
                </a:solidFill>
              </a:rPr>
              <a:t>2</a:t>
            </a:r>
            <a:r>
              <a:rPr lang="en-US" sz="1500" dirty="0"/>
              <a:t>)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</a:t>
            </a:r>
            <a:r>
              <a:rPr lang="en-US" sz="1500" dirty="0" err="1"/>
              <a:t>Average_review_score</a:t>
            </a:r>
            <a:r>
              <a:rPr lang="en-US" sz="1500" dirty="0"/>
              <a:t>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FROM</a:t>
            </a:r>
            <a:r>
              <a:rPr lang="en-US" sz="1500" dirty="0"/>
              <a:t> </a:t>
            </a:r>
            <a:r>
              <a:rPr lang="en-US" sz="1500" dirty="0" err="1"/>
              <a:t>order_category_reviews</a:t>
            </a:r>
            <a:r>
              <a:rPr lang="en-US" sz="1500" dirty="0">
                <a:solidFill>
                  <a:schemeClr val="accent1"/>
                </a:solidFill>
              </a:rPr>
              <a:t>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GROUP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BY</a:t>
            </a:r>
            <a:r>
              <a:rPr lang="en-US" sz="1500" dirty="0"/>
              <a:t> </a:t>
            </a:r>
            <a:r>
              <a:rPr lang="en-US" sz="1500" dirty="0" err="1"/>
              <a:t>product_category_name</a:t>
            </a:r>
            <a:r>
              <a:rPr lang="en-US" sz="1500" dirty="0"/>
              <a:t>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ORDER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BY</a:t>
            </a:r>
            <a:r>
              <a:rPr lang="en-US" sz="1500" dirty="0"/>
              <a:t> </a:t>
            </a:r>
            <a:r>
              <a:rPr lang="en-US" sz="1500" dirty="0" err="1"/>
              <a:t>average_review_score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ASC</a:t>
            </a:r>
            <a:r>
              <a:rPr lang="en-US" sz="1500" dirty="0"/>
              <a:t>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80792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0B90-C98D-EF22-E86E-B0362DEEB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54B1-2544-DEC2-98C3-BD36D317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678D9-2812-0EDB-71C6-B9233331C1F4}"/>
              </a:ext>
            </a:extLst>
          </p:cNvPr>
          <p:cNvSpPr txBox="1"/>
          <p:nvPr/>
        </p:nvSpPr>
        <p:spPr>
          <a:xfrm>
            <a:off x="1691331" y="811522"/>
            <a:ext cx="3127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Delivery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024A07-46FD-67EC-017E-5DCB47237F41}"/>
              </a:ext>
            </a:extLst>
          </p:cNvPr>
          <p:cNvSpPr txBox="1"/>
          <p:nvPr/>
        </p:nvSpPr>
        <p:spPr>
          <a:xfrm>
            <a:off x="6606846" y="880500"/>
            <a:ext cx="499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Delivery Time (Days)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122B73-842F-E18C-B941-3224FEF970B3}"/>
              </a:ext>
            </a:extLst>
          </p:cNvPr>
          <p:cNvSpPr/>
          <p:nvPr/>
        </p:nvSpPr>
        <p:spPr>
          <a:xfrm>
            <a:off x="7549931" y="4140943"/>
            <a:ext cx="3699423" cy="24707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8A02D-2B16-CDC4-1DF0-6FDDFAB26649}"/>
              </a:ext>
            </a:extLst>
          </p:cNvPr>
          <p:cNvSpPr txBox="1"/>
          <p:nvPr/>
        </p:nvSpPr>
        <p:spPr>
          <a:xfrm>
            <a:off x="7702781" y="4719679"/>
            <a:ext cx="36510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median to avoid impact of extreme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Compare by state or seller group for deeper analysis.</a:t>
            </a:r>
            <a:endParaRPr lang="en-IN" dirty="0">
              <a:solidFill>
                <a:schemeClr val="accent2"/>
              </a:solidFill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E90DA79-89BC-3E0F-EB25-55DC4C09B4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222998"/>
              </p:ext>
            </p:extLst>
          </p:nvPr>
        </p:nvGraphicFramePr>
        <p:xfrm>
          <a:off x="6860846" y="765729"/>
          <a:ext cx="4258672" cy="3355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B419AC9-09A7-787C-F6E0-F381401510F0}"/>
              </a:ext>
            </a:extLst>
          </p:cNvPr>
          <p:cNvSpPr txBox="1"/>
          <p:nvPr/>
        </p:nvSpPr>
        <p:spPr>
          <a:xfrm>
            <a:off x="296153" y="3698580"/>
            <a:ext cx="591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20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Snippets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DBCAD1-4ADF-5B2C-E5A6-2FB627F3EF3F}"/>
              </a:ext>
            </a:extLst>
          </p:cNvPr>
          <p:cNvSpPr/>
          <p:nvPr/>
        </p:nvSpPr>
        <p:spPr>
          <a:xfrm>
            <a:off x="2154991" y="1476404"/>
            <a:ext cx="3564467" cy="18157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3400" dirty="0">
                <a:solidFill>
                  <a:schemeClr val="accent2"/>
                </a:solidFill>
              </a:rPr>
              <a:t>10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Days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Median number of days between order purchase and actual delivery</a:t>
            </a:r>
          </a:p>
          <a:p>
            <a:endParaRPr lang="en-IN" dirty="0"/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Graphic 11" descr="Truck with solid fill">
            <a:extLst>
              <a:ext uri="{FF2B5EF4-FFF2-40B4-BE49-F238E27FC236}">
                <a16:creationId xmlns:a16="http://schemas.microsoft.com/office/drawing/2014/main" id="{546C8AB2-8DAF-CB1E-84DF-65E504AFC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802" y="1853699"/>
            <a:ext cx="1142788" cy="114278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23927A-6C67-B564-361F-D51EF1EDA3BD}"/>
              </a:ext>
            </a:extLst>
          </p:cNvPr>
          <p:cNvSpPr/>
          <p:nvPr/>
        </p:nvSpPr>
        <p:spPr>
          <a:xfrm>
            <a:off x="296153" y="4160587"/>
            <a:ext cx="7035980" cy="24157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F93264-7067-0B89-CA72-DD334CFF71AC}"/>
              </a:ext>
            </a:extLst>
          </p:cNvPr>
          <p:cNvSpPr txBox="1"/>
          <p:nvPr/>
        </p:nvSpPr>
        <p:spPr>
          <a:xfrm>
            <a:off x="461533" y="4248365"/>
            <a:ext cx="670522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WITH</a:t>
            </a:r>
            <a:r>
              <a:rPr lang="en-US" sz="1500" dirty="0"/>
              <a:t> </a:t>
            </a:r>
            <a:r>
              <a:rPr lang="en-US" sz="1500" dirty="0" err="1"/>
              <a:t>delivery_times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(    </a:t>
            </a:r>
            <a:r>
              <a:rPr lang="en-US" sz="1500" dirty="0">
                <a:solidFill>
                  <a:schemeClr val="accent1"/>
                </a:solidFill>
              </a:rPr>
              <a:t>SELECT</a:t>
            </a:r>
            <a:r>
              <a:rPr lang="en-US" sz="1500" dirty="0"/>
              <a:t>  </a:t>
            </a:r>
            <a:r>
              <a:rPr lang="en-US" sz="1500" dirty="0" err="1"/>
              <a:t>order_id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DATEDIFF</a:t>
            </a:r>
            <a:r>
              <a:rPr lang="en-US" sz="1500" dirty="0"/>
              <a:t>(            </a:t>
            </a:r>
            <a:r>
              <a:rPr lang="en-US" sz="1500" dirty="0" err="1"/>
              <a:t>order_delivered_customer_date</a:t>
            </a:r>
            <a:r>
              <a:rPr lang="en-US" sz="1500" dirty="0"/>
              <a:t>, </a:t>
            </a:r>
            <a:r>
              <a:rPr lang="en-US" sz="1500" dirty="0" err="1"/>
              <a:t>order_purchase_timestamp</a:t>
            </a:r>
            <a:r>
              <a:rPr lang="en-US" sz="1500" dirty="0"/>
              <a:t> )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</a:t>
            </a:r>
            <a:r>
              <a:rPr lang="en-US" sz="1500" dirty="0" err="1"/>
              <a:t>delivery_days</a:t>
            </a:r>
            <a:r>
              <a:rPr lang="en-US" sz="1500" dirty="0"/>
              <a:t>   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FROM</a:t>
            </a:r>
            <a:r>
              <a:rPr lang="en-US" sz="1500" dirty="0"/>
              <a:t> orders   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WHERE</a:t>
            </a:r>
            <a:r>
              <a:rPr lang="en-US" sz="1500" dirty="0"/>
              <a:t> </a:t>
            </a:r>
            <a:r>
              <a:rPr lang="en-US" sz="1500" dirty="0" err="1"/>
              <a:t>order_delivered_customer_date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IS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NOT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NULL</a:t>
            </a:r>
            <a:r>
              <a:rPr lang="en-US" sz="1500" dirty="0"/>
              <a:t>  </a:t>
            </a:r>
            <a:r>
              <a:rPr lang="en-US" sz="1500" dirty="0">
                <a:solidFill>
                  <a:schemeClr val="accent1"/>
                </a:solidFill>
              </a:rPr>
              <a:t>AND</a:t>
            </a:r>
            <a:r>
              <a:rPr lang="en-US" sz="1500" dirty="0"/>
              <a:t> </a:t>
            </a:r>
            <a:r>
              <a:rPr lang="en-US" sz="1500" dirty="0" err="1"/>
              <a:t>order_purchase_timestamp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IS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NOT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NULL</a:t>
            </a:r>
            <a:r>
              <a:rPr lang="en-US" sz="1500" dirty="0"/>
              <a:t>),</a:t>
            </a:r>
            <a:r>
              <a:rPr lang="en-US" sz="1500" dirty="0" err="1"/>
              <a:t>ranked_delivery</a:t>
            </a:r>
            <a:r>
              <a:rPr lang="en-US" sz="1500" dirty="0"/>
              <a:t> AS ( </a:t>
            </a:r>
            <a:r>
              <a:rPr lang="en-US" sz="1500" dirty="0">
                <a:solidFill>
                  <a:schemeClr val="accent1"/>
                </a:solidFill>
              </a:rPr>
              <a:t>SELECT</a:t>
            </a:r>
            <a:r>
              <a:rPr lang="en-US" sz="1500" dirty="0"/>
              <a:t>        </a:t>
            </a:r>
            <a:r>
              <a:rPr lang="en-US" sz="1500" dirty="0" err="1"/>
              <a:t>delivery_days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ROW</a:t>
            </a:r>
            <a:r>
              <a:rPr lang="en-US" sz="1500" dirty="0"/>
              <a:t>_</a:t>
            </a:r>
            <a:r>
              <a:rPr lang="en-US" sz="1500" dirty="0">
                <a:solidFill>
                  <a:schemeClr val="accent1"/>
                </a:solidFill>
              </a:rPr>
              <a:t>NUMBER</a:t>
            </a:r>
            <a:r>
              <a:rPr lang="en-US" sz="1500" dirty="0"/>
              <a:t>() </a:t>
            </a:r>
            <a:r>
              <a:rPr lang="en-US" sz="1500" dirty="0">
                <a:solidFill>
                  <a:schemeClr val="accent1"/>
                </a:solidFill>
              </a:rPr>
              <a:t>OVER</a:t>
            </a:r>
            <a:r>
              <a:rPr lang="en-US" sz="1500" dirty="0"/>
              <a:t> ( </a:t>
            </a:r>
            <a:r>
              <a:rPr lang="en-US" sz="1500" dirty="0">
                <a:solidFill>
                  <a:schemeClr val="accent1"/>
                </a:solidFill>
              </a:rPr>
              <a:t>ORDER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BY</a:t>
            </a:r>
            <a:r>
              <a:rPr lang="en-US" sz="1500" dirty="0"/>
              <a:t> </a:t>
            </a:r>
            <a:r>
              <a:rPr lang="en-US" sz="1500" dirty="0" err="1"/>
              <a:t>delivery_days</a:t>
            </a:r>
            <a:r>
              <a:rPr lang="en-US" sz="1500" dirty="0"/>
              <a:t> )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</a:t>
            </a:r>
            <a:r>
              <a:rPr lang="en-US" sz="1500" dirty="0" err="1"/>
              <a:t>rn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COUNT</a:t>
            </a:r>
            <a:r>
              <a:rPr lang="en-US" sz="1500" dirty="0"/>
              <a:t>(*) </a:t>
            </a:r>
            <a:r>
              <a:rPr lang="en-US" sz="1500" dirty="0">
                <a:solidFill>
                  <a:schemeClr val="accent1"/>
                </a:solidFill>
              </a:rPr>
              <a:t>OVER</a:t>
            </a:r>
            <a:r>
              <a:rPr lang="en-US" sz="1500" dirty="0"/>
              <a:t> ()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</a:t>
            </a:r>
            <a:r>
              <a:rPr lang="en-US" sz="1500" dirty="0" err="1"/>
              <a:t>total_rows</a:t>
            </a:r>
            <a:r>
              <a:rPr lang="en-US" sz="1500" dirty="0"/>
              <a:t>    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FROM</a:t>
            </a:r>
            <a:r>
              <a:rPr lang="en-US" sz="1500" dirty="0"/>
              <a:t> </a:t>
            </a:r>
            <a:r>
              <a:rPr lang="en-US" sz="1500" dirty="0" err="1"/>
              <a:t>delivery_times</a:t>
            </a:r>
            <a:r>
              <a:rPr lang="en-US" sz="1500" dirty="0"/>
              <a:t>)SELECT    </a:t>
            </a:r>
            <a:r>
              <a:rPr lang="en-US" sz="1500" dirty="0">
                <a:solidFill>
                  <a:schemeClr val="accent1"/>
                </a:solidFill>
              </a:rPr>
              <a:t>AVG</a:t>
            </a:r>
            <a:r>
              <a:rPr lang="en-US" sz="1500" dirty="0"/>
              <a:t>(</a:t>
            </a:r>
            <a:r>
              <a:rPr lang="en-US" sz="1500" dirty="0" err="1"/>
              <a:t>delivery_days</a:t>
            </a:r>
            <a:r>
              <a:rPr lang="en-US" sz="1500" dirty="0"/>
              <a:t>) </a:t>
            </a:r>
            <a:r>
              <a:rPr lang="en-US" sz="1500" dirty="0">
                <a:solidFill>
                  <a:schemeClr val="accent1"/>
                </a:solidFill>
              </a:rPr>
              <a:t>AS</a:t>
            </a:r>
            <a:r>
              <a:rPr lang="en-US" sz="1500" dirty="0"/>
              <a:t> </a:t>
            </a:r>
            <a:r>
              <a:rPr lang="en-US" sz="1500" dirty="0" err="1"/>
              <a:t>median_delivery_days</a:t>
            </a:r>
            <a:endParaRPr lang="en-US" sz="1500" dirty="0"/>
          </a:p>
          <a:p>
            <a:r>
              <a:rPr lang="en-US" sz="1500" dirty="0">
                <a:solidFill>
                  <a:schemeClr val="accent1"/>
                </a:solidFill>
              </a:rPr>
              <a:t>FROM</a:t>
            </a:r>
            <a:r>
              <a:rPr lang="en-US" sz="1500" dirty="0"/>
              <a:t> </a:t>
            </a:r>
            <a:r>
              <a:rPr lang="en-US" sz="1500" dirty="0" err="1"/>
              <a:t>ranked_delivery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WHERE</a:t>
            </a:r>
            <a:r>
              <a:rPr lang="en-US" sz="1500" dirty="0"/>
              <a:t> </a:t>
            </a:r>
            <a:r>
              <a:rPr lang="en-US" sz="1500" dirty="0" err="1"/>
              <a:t>rn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IN</a:t>
            </a:r>
            <a:r>
              <a:rPr lang="en-US" sz="1500" dirty="0"/>
              <a:t> (FLOOR((</a:t>
            </a:r>
            <a:r>
              <a:rPr lang="en-US" sz="1500" dirty="0" err="1"/>
              <a:t>total_rows</a:t>
            </a:r>
            <a:r>
              <a:rPr lang="en-US" sz="1500" dirty="0"/>
              <a:t> + 1) / 2), </a:t>
            </a:r>
            <a:r>
              <a:rPr lang="en-US" sz="1500" dirty="0">
                <a:solidFill>
                  <a:schemeClr val="accent1"/>
                </a:solidFill>
              </a:rPr>
              <a:t>CEIL</a:t>
            </a:r>
            <a:r>
              <a:rPr lang="en-US" sz="1500" dirty="0"/>
              <a:t>((</a:t>
            </a:r>
            <a:r>
              <a:rPr lang="en-US" sz="1500" dirty="0" err="1"/>
              <a:t>total_rows</a:t>
            </a:r>
            <a:r>
              <a:rPr lang="en-US" sz="1500" dirty="0"/>
              <a:t> + 1) / 2));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53943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447E-0350-1FD4-0073-4CBF9329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289E-B0D1-FBDD-13BD-8B24DAB9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Demand Trends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91BD3-014C-0AB3-2C49-6AD4D1CFF6C3}"/>
              </a:ext>
            </a:extLst>
          </p:cNvPr>
          <p:cNvSpPr txBox="1"/>
          <p:nvPr/>
        </p:nvSpPr>
        <p:spPr>
          <a:xfrm>
            <a:off x="461533" y="857737"/>
            <a:ext cx="4621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 with Highest No of Orders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35A7BA-FA56-DAA2-E649-C0CE8B12E307}"/>
              </a:ext>
            </a:extLst>
          </p:cNvPr>
          <p:cNvSpPr/>
          <p:nvPr/>
        </p:nvSpPr>
        <p:spPr>
          <a:xfrm>
            <a:off x="8002770" y="4140943"/>
            <a:ext cx="3699423" cy="24707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3C601-B113-AB7B-8D9E-ADC1482BA270}"/>
              </a:ext>
            </a:extLst>
          </p:cNvPr>
          <p:cNvSpPr txBox="1"/>
          <p:nvPr/>
        </p:nvSpPr>
        <p:spPr>
          <a:xfrm>
            <a:off x="8079448" y="4629788"/>
            <a:ext cx="3651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Peak Month: </a:t>
            </a:r>
            <a:r>
              <a:rPr lang="en-IN" dirty="0">
                <a:solidFill>
                  <a:schemeClr val="accent2"/>
                </a:solidFill>
              </a:rPr>
              <a:t>November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Orders: </a:t>
            </a:r>
            <a:r>
              <a:rPr lang="en-IN" dirty="0">
                <a:solidFill>
                  <a:schemeClr val="accent2"/>
                </a:solidFill>
              </a:rPr>
              <a:t>7544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for Capacity Planning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7DCF714-C1C7-DF82-E292-5E92D0DB59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180112"/>
              </p:ext>
            </p:extLst>
          </p:nvPr>
        </p:nvGraphicFramePr>
        <p:xfrm>
          <a:off x="-505097" y="1088570"/>
          <a:ext cx="12235564" cy="2945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7BDA2AA8-A90E-B19F-AA64-8C256D666155}"/>
              </a:ext>
            </a:extLst>
          </p:cNvPr>
          <p:cNvSpPr txBox="1"/>
          <p:nvPr/>
        </p:nvSpPr>
        <p:spPr>
          <a:xfrm>
            <a:off x="296153" y="3698580"/>
            <a:ext cx="591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20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Snippets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090603-9F78-CB00-6392-64551C8E65C6}"/>
              </a:ext>
            </a:extLst>
          </p:cNvPr>
          <p:cNvSpPr/>
          <p:nvPr/>
        </p:nvSpPr>
        <p:spPr>
          <a:xfrm>
            <a:off x="296153" y="4160587"/>
            <a:ext cx="7035980" cy="24157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D4D36D-7C44-F11C-AC61-95E4B4EAE349}"/>
              </a:ext>
            </a:extLst>
          </p:cNvPr>
          <p:cNvSpPr txBox="1"/>
          <p:nvPr/>
        </p:nvSpPr>
        <p:spPr>
          <a:xfrm>
            <a:off x="403342" y="4639420"/>
            <a:ext cx="670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SELECT    DATE_FORMAT</a:t>
            </a:r>
            <a:r>
              <a:rPr lang="en-US" sz="1500" dirty="0"/>
              <a:t>(        </a:t>
            </a:r>
            <a:r>
              <a:rPr lang="en-US" sz="1500" dirty="0" err="1"/>
              <a:t>order_purchase_timestamp</a:t>
            </a:r>
            <a:r>
              <a:rPr lang="en-US" sz="1500" dirty="0"/>
              <a:t>, '%Y-%m' ) </a:t>
            </a:r>
            <a:r>
              <a:rPr lang="en-US" sz="1500" dirty="0">
                <a:solidFill>
                  <a:schemeClr val="accent1"/>
                </a:solidFill>
              </a:rPr>
              <a:t>AS </a:t>
            </a:r>
            <a:r>
              <a:rPr lang="en-US" sz="1500" dirty="0" err="1">
                <a:solidFill>
                  <a:schemeClr val="accent1"/>
                </a:solidFill>
              </a:rPr>
              <a:t>order_month,COUNT</a:t>
            </a:r>
            <a:r>
              <a:rPr lang="en-US" sz="1500" dirty="0">
                <a:solidFill>
                  <a:schemeClr val="accent1"/>
                </a:solidFill>
              </a:rPr>
              <a:t>(*) AS </a:t>
            </a:r>
            <a:r>
              <a:rPr lang="en-US" sz="1500" dirty="0" err="1">
                <a:solidFill>
                  <a:schemeClr val="accent1"/>
                </a:solidFill>
              </a:rPr>
              <a:t>total_orders</a:t>
            </a:r>
            <a:endParaRPr lang="en-US" sz="1500" dirty="0">
              <a:solidFill>
                <a:schemeClr val="accent1"/>
              </a:solidFill>
            </a:endParaRPr>
          </a:p>
          <a:p>
            <a:r>
              <a:rPr lang="en-US" sz="1500" dirty="0">
                <a:solidFill>
                  <a:schemeClr val="accent1"/>
                </a:solidFill>
              </a:rPr>
              <a:t>FROM </a:t>
            </a:r>
            <a:r>
              <a:rPr lang="en-US" sz="1500" dirty="0"/>
              <a:t>orders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WHERE </a:t>
            </a:r>
            <a:r>
              <a:rPr lang="en-US" sz="1500" dirty="0" err="1"/>
              <a:t>order_purchase_timestamp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accent1"/>
                </a:solidFill>
              </a:rPr>
              <a:t>IS NOT NULL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GROUP BY DATE_FORMAT</a:t>
            </a:r>
            <a:r>
              <a:rPr lang="en-US" sz="1500" dirty="0"/>
              <a:t>(</a:t>
            </a:r>
            <a:r>
              <a:rPr lang="en-US" sz="1500" dirty="0" err="1"/>
              <a:t>order_purchase_timestamp</a:t>
            </a:r>
            <a:r>
              <a:rPr lang="en-US" sz="1500" dirty="0"/>
              <a:t>, '%Y-%m’)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ORDER BY </a:t>
            </a:r>
            <a:r>
              <a:rPr lang="en-US" sz="1500" dirty="0" err="1">
                <a:solidFill>
                  <a:schemeClr val="accent1"/>
                </a:solidFill>
              </a:rPr>
              <a:t>order_month</a:t>
            </a:r>
            <a:r>
              <a:rPr lang="en-US" sz="1500" dirty="0">
                <a:solidFill>
                  <a:schemeClr val="accent1"/>
                </a:solidFill>
              </a:rPr>
              <a:t>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8501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C2965-041F-E2FB-CF44-0498B20A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70CA-7AA7-426B-39C9-DBE2B17B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Catalogue &amp; Customer Opportunities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2B9AAC-FCE5-E65F-3031-9A557FDF7786}"/>
              </a:ext>
            </a:extLst>
          </p:cNvPr>
          <p:cNvSpPr txBox="1"/>
          <p:nvPr/>
        </p:nvSpPr>
        <p:spPr>
          <a:xfrm>
            <a:off x="1404494" y="831014"/>
            <a:ext cx="341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Never Ordered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5F2BC9-3655-E851-4216-ADA9FF191CB2}"/>
              </a:ext>
            </a:extLst>
          </p:cNvPr>
          <p:cNvSpPr/>
          <p:nvPr/>
        </p:nvSpPr>
        <p:spPr>
          <a:xfrm>
            <a:off x="319700" y="4033588"/>
            <a:ext cx="5583600" cy="24157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Proposed Actions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Audit listing Quality, Pricing, availability and search visibility before deciding to improve or remove.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00FC49-E703-C044-648F-1277CED399B7}"/>
              </a:ext>
            </a:extLst>
          </p:cNvPr>
          <p:cNvSpPr/>
          <p:nvPr/>
        </p:nvSpPr>
        <p:spPr>
          <a:xfrm>
            <a:off x="6272469" y="1355008"/>
            <a:ext cx="5583600" cy="2415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Total Customers</a:t>
            </a:r>
          </a:p>
          <a:p>
            <a:pPr algn="ctr"/>
            <a:r>
              <a:rPr lang="en-IN" sz="3400" dirty="0">
                <a:solidFill>
                  <a:schemeClr val="accent2"/>
                </a:solidFill>
              </a:rPr>
              <a:t>30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Customers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Customers who have placed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orders but never left a review</a:t>
            </a:r>
            <a:endParaRPr lang="en-IN" dirty="0"/>
          </a:p>
        </p:txBody>
      </p:sp>
      <p:pic>
        <p:nvPicPr>
          <p:cNvPr id="9" name="Graphic 8" descr="Users with solid fill">
            <a:extLst>
              <a:ext uri="{FF2B5EF4-FFF2-40B4-BE49-F238E27FC236}">
                <a16:creationId xmlns:a16="http://schemas.microsoft.com/office/drawing/2014/main" id="{75C551F3-8609-8FBD-714D-6F79088D2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3948" y="1548498"/>
            <a:ext cx="1785526" cy="151415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FD7FE9-15B5-714E-7C6D-1A82098C09C2}"/>
              </a:ext>
            </a:extLst>
          </p:cNvPr>
          <p:cNvSpPr/>
          <p:nvPr/>
        </p:nvSpPr>
        <p:spPr>
          <a:xfrm>
            <a:off x="335931" y="1365760"/>
            <a:ext cx="5583600" cy="2415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Total Products</a:t>
            </a:r>
          </a:p>
          <a:p>
            <a:pPr algn="ctr"/>
            <a:r>
              <a:rPr lang="en-IN" sz="3400" dirty="0">
                <a:solidFill>
                  <a:schemeClr val="accent2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Products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Products with no Matching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rows in </a:t>
            </a:r>
            <a:r>
              <a:rPr lang="en-IN" dirty="0" err="1">
                <a:solidFill>
                  <a:schemeClr val="tx1"/>
                </a:solidFill>
              </a:rPr>
              <a:t>order_items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Graphic 10" descr="Shopping cart with solid fill">
            <a:extLst>
              <a:ext uri="{FF2B5EF4-FFF2-40B4-BE49-F238E27FC236}">
                <a16:creationId xmlns:a16="http://schemas.microsoft.com/office/drawing/2014/main" id="{95889A7D-BDDE-7782-2CC6-F91E6FE7C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00" y="1760456"/>
            <a:ext cx="1571647" cy="133277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007DD3-095F-96CC-329A-290195D9D9EF}"/>
              </a:ext>
            </a:extLst>
          </p:cNvPr>
          <p:cNvSpPr txBox="1"/>
          <p:nvPr/>
        </p:nvSpPr>
        <p:spPr>
          <a:xfrm>
            <a:off x="7128482" y="811337"/>
            <a:ext cx="387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No Reviews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CF7011-CD87-46FE-9FFC-87FCB494DCDE}"/>
              </a:ext>
            </a:extLst>
          </p:cNvPr>
          <p:cNvSpPr/>
          <p:nvPr/>
        </p:nvSpPr>
        <p:spPr>
          <a:xfrm>
            <a:off x="6272470" y="4033588"/>
            <a:ext cx="5583600" cy="24157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/>
              </a:solidFill>
            </a:endParaRPr>
          </a:p>
          <a:p>
            <a:pPr algn="ctr"/>
            <a:endParaRPr lang="en-IN" dirty="0">
              <a:solidFill>
                <a:schemeClr val="accent2"/>
              </a:solidFill>
            </a:endParaRPr>
          </a:p>
          <a:p>
            <a:pPr algn="ctr"/>
            <a:r>
              <a:rPr lang="en-IN" dirty="0">
                <a:solidFill>
                  <a:schemeClr val="accent2"/>
                </a:solidFill>
              </a:rPr>
              <a:t>Proposed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Send targeted review reminders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Test different channels(email, in app)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Measure review conversion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724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D5BC-0FA5-3902-EE13-2B2C98B0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C26FA-23D0-A072-220A-DBBEBA17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82"/>
            <a:ext cx="10515600" cy="65405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Recommendations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36D83F-20FF-2717-904A-2269B2B4E270}"/>
              </a:ext>
            </a:extLst>
          </p:cNvPr>
          <p:cNvSpPr/>
          <p:nvPr/>
        </p:nvSpPr>
        <p:spPr>
          <a:xfrm>
            <a:off x="496388" y="1010194"/>
            <a:ext cx="11181806" cy="11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8000"/>
              </a:highligh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50ED4D-584B-04CD-7B0C-54123BD717B7}"/>
              </a:ext>
            </a:extLst>
          </p:cNvPr>
          <p:cNvSpPr/>
          <p:nvPr/>
        </p:nvSpPr>
        <p:spPr>
          <a:xfrm>
            <a:off x="496388" y="2459169"/>
            <a:ext cx="11181806" cy="11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B0064E-BC31-441C-6975-C1037965FBE6}"/>
              </a:ext>
            </a:extLst>
          </p:cNvPr>
          <p:cNvSpPr/>
          <p:nvPr/>
        </p:nvSpPr>
        <p:spPr>
          <a:xfrm>
            <a:off x="496388" y="3908144"/>
            <a:ext cx="11181806" cy="11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F31B3F-D83F-0DA7-1C37-17B97128474A}"/>
              </a:ext>
            </a:extLst>
          </p:cNvPr>
          <p:cNvSpPr/>
          <p:nvPr/>
        </p:nvSpPr>
        <p:spPr>
          <a:xfrm>
            <a:off x="496388" y="5357118"/>
            <a:ext cx="11181806" cy="11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pic>
        <p:nvPicPr>
          <p:cNvPr id="31" name="Graphic 30" descr="Home with solid fill">
            <a:extLst>
              <a:ext uri="{FF2B5EF4-FFF2-40B4-BE49-F238E27FC236}">
                <a16:creationId xmlns:a16="http://schemas.microsoft.com/office/drawing/2014/main" id="{F0865725-FC4F-8D81-D554-750D71646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00" y="5390606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33" name="Graphic 32" descr="Truck with solid fill">
            <a:extLst>
              <a:ext uri="{FF2B5EF4-FFF2-40B4-BE49-F238E27FC236}">
                <a16:creationId xmlns:a16="http://schemas.microsoft.com/office/drawing/2014/main" id="{FFE9C16B-11E1-8B0D-4B98-50DE09E24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606" y="2559969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35" name="Graphic 34" descr="Heart with solid fill">
            <a:extLst>
              <a:ext uri="{FF2B5EF4-FFF2-40B4-BE49-F238E27FC236}">
                <a16:creationId xmlns:a16="http://schemas.microsoft.com/office/drawing/2014/main" id="{7280A0A9-6481-AF3C-5742-EAF39D0D3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067" y="4008944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37" name="Graphic 36" descr="Bar graph with upward trend with solid fill">
            <a:extLst>
              <a:ext uri="{FF2B5EF4-FFF2-40B4-BE49-F238E27FC236}">
                <a16:creationId xmlns:a16="http://schemas.microsoft.com/office/drawing/2014/main" id="{883A81C6-9610-D7CA-9DD6-AFA43F121F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00" y="1110994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5D25211-FD4D-6848-E2F3-88117743F9A8}"/>
              </a:ext>
            </a:extLst>
          </p:cNvPr>
          <p:cNvSpPr txBox="1"/>
          <p:nvPr/>
        </p:nvSpPr>
        <p:spPr>
          <a:xfrm>
            <a:off x="1735667" y="1110994"/>
            <a:ext cx="474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3864"/>
                </a:solidFill>
              </a:rPr>
              <a:t>Grow Category Revenue</a:t>
            </a:r>
          </a:p>
          <a:p>
            <a:r>
              <a:rPr lang="en-US" dirty="0"/>
              <a:t>Use top-category revenue and cumulative </a:t>
            </a:r>
          </a:p>
          <a:p>
            <a:r>
              <a:rPr lang="en-US" dirty="0"/>
              <a:t>trends to select categories for promotional tests.</a:t>
            </a:r>
            <a:endParaRPr lang="en-IN" dirty="0">
              <a:highlight>
                <a:srgbClr val="E9F1FA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02BC69-6E7C-A989-9730-02820F302E46}"/>
              </a:ext>
            </a:extLst>
          </p:cNvPr>
          <p:cNvSpPr txBox="1"/>
          <p:nvPr/>
        </p:nvSpPr>
        <p:spPr>
          <a:xfrm>
            <a:off x="1638370" y="4008944"/>
            <a:ext cx="474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3864"/>
                </a:solidFill>
              </a:rPr>
              <a:t>Enhance Customer Experience</a:t>
            </a:r>
          </a:p>
          <a:p>
            <a:r>
              <a:rPr lang="en-US" dirty="0">
                <a:solidFill>
                  <a:srgbClr val="203864"/>
                </a:solidFill>
              </a:rPr>
              <a:t>Address low review scores and engage customers who never reviewed.</a:t>
            </a:r>
            <a:endParaRPr lang="en-IN" dirty="0">
              <a:highlight>
                <a:srgbClr val="E9F1FA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A9C140-0F89-5FB2-3B04-A4410D562039}"/>
              </a:ext>
            </a:extLst>
          </p:cNvPr>
          <p:cNvSpPr txBox="1"/>
          <p:nvPr/>
        </p:nvSpPr>
        <p:spPr>
          <a:xfrm>
            <a:off x="1622812" y="5453453"/>
            <a:ext cx="474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3864"/>
                </a:solidFill>
              </a:rPr>
              <a:t>Strengthen Seller Ecosystem</a:t>
            </a:r>
          </a:p>
          <a:p>
            <a:r>
              <a:rPr lang="en-US" dirty="0">
                <a:solidFill>
                  <a:srgbClr val="203864"/>
                </a:solidFill>
              </a:rPr>
              <a:t>Support high-performing sellers and re-engage dormant accounts.</a:t>
            </a:r>
            <a:endParaRPr lang="en-IN" dirty="0">
              <a:highlight>
                <a:srgbClr val="E9F1FA"/>
              </a:highligh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34F83B-2F58-F751-25C7-91DC132EE502}"/>
              </a:ext>
            </a:extLst>
          </p:cNvPr>
          <p:cNvSpPr txBox="1"/>
          <p:nvPr/>
        </p:nvSpPr>
        <p:spPr>
          <a:xfrm>
            <a:off x="1735667" y="2551039"/>
            <a:ext cx="474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3864"/>
                </a:solidFill>
              </a:rPr>
              <a:t>Improve Fulfillment Planning</a:t>
            </a:r>
          </a:p>
          <a:p>
            <a:r>
              <a:rPr lang="en-US" dirty="0">
                <a:solidFill>
                  <a:srgbClr val="203864"/>
                </a:solidFill>
              </a:rPr>
              <a:t>Combine seller activity, delivery time and state-level review scores for better logistics decisions.</a:t>
            </a:r>
            <a:endParaRPr lang="en-IN" dirty="0">
              <a:highlight>
                <a:srgbClr val="E9F1FA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9517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3DBEB5-0C23-6EB3-1ACB-CC445802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8C71-36BE-247D-9FCE-C53DBA2D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3282"/>
            <a:ext cx="10515600" cy="654050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solidFill>
                  <a:schemeClr val="accent1">
                    <a:lumMod val="7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569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1079</Words>
  <Application>Microsoft Office PowerPoint</Application>
  <PresentationFormat>Widescreen</PresentationFormat>
  <Paragraphs>210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E-Commerce  Performance Analysis </vt:lpstr>
      <vt:lpstr>BUSINESS CONTEXT AND DATASET</vt:lpstr>
      <vt:lpstr>REVENUE &amp; CATEGORY PERFORMANCE</vt:lpstr>
      <vt:lpstr>CUSTOMER &amp; PAYMENT METHODS</vt:lpstr>
      <vt:lpstr>Seller Performance &amp; Regional Fulfilment</vt:lpstr>
      <vt:lpstr>Review Performance &amp; Customer Satisfaction</vt:lpstr>
      <vt:lpstr>Delivery Performance</vt:lpstr>
      <vt:lpstr>Monthly Demand Trends</vt:lpstr>
      <vt:lpstr>Catalogue &amp; Customer Opportunities</vt:lpstr>
      <vt:lpstr>Key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Fauzan kazi</dc:creator>
  <cp:lastModifiedBy>Fauzan kazi</cp:lastModifiedBy>
  <cp:revision>1</cp:revision>
  <dcterms:created xsi:type="dcterms:W3CDTF">2026-10-11T11:54:20Z</dcterms:created>
  <dcterms:modified xsi:type="dcterms:W3CDTF">2026-10-18T16:52:53Z</dcterms:modified>
</cp:coreProperties>
</file>